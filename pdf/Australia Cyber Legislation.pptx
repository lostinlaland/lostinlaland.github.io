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7" r:id="rId7"/>
    <p:sldId id="266" r:id="rId8"/>
    <p:sldId id="264" r:id="rId9"/>
    <p:sldId id="269" r:id="rId10"/>
    <p:sldId id="270" r:id="rId11"/>
    <p:sldId id="271" r:id="rId12"/>
    <p:sldId id="272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172C"/>
    <a:srgbClr val="0D203B"/>
    <a:srgbClr val="0C162A"/>
    <a:srgbClr val="8189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6B42ED-76BF-B41D-63AE-1A31DB727F7F}" v="1127" dt="2024-11-27T05:57:08.78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60" autoAdjust="0"/>
    <p:restoredTop sz="94724" autoAdjust="0"/>
  </p:normalViewPr>
  <p:slideViewPr>
    <p:cSldViewPr snapToGrid="0">
      <p:cViewPr varScale="1">
        <p:scale>
          <a:sx n="57" d="100"/>
          <a:sy n="57" d="100"/>
        </p:scale>
        <p:origin x="1052" y="40"/>
      </p:cViewPr>
      <p:guideLst/>
    </p:cSldViewPr>
  </p:slideViewPr>
  <p:outlineViewPr>
    <p:cViewPr>
      <p:scale>
        <a:sx n="33" d="100"/>
        <a:sy n="33" d="100"/>
      </p:scale>
      <p:origin x="0" y="-8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E. Kirby" userId="b9d39d5f-4efb-4c03-8a78-83306c6d5ab6" providerId="ADAL" clId="{C89B15EE-E851-CC47-93F1-F512E783B77A}"/>
    <pc:docChg chg="custSel modSld">
      <pc:chgData name="Laura E. Kirby" userId="b9d39d5f-4efb-4c03-8a78-83306c6d5ab6" providerId="ADAL" clId="{C89B15EE-E851-CC47-93F1-F512E783B77A}" dt="2024-11-27T03:10:00.802" v="278" actId="20577"/>
      <pc:docMkLst>
        <pc:docMk/>
      </pc:docMkLst>
      <pc:sldChg chg="modSp">
        <pc:chgData name="Laura E. Kirby" userId="b9d39d5f-4efb-4c03-8a78-83306c6d5ab6" providerId="ADAL" clId="{C89B15EE-E851-CC47-93F1-F512E783B77A}" dt="2024-11-27T03:09:03.106" v="271" actId="20577"/>
        <pc:sldMkLst>
          <pc:docMk/>
          <pc:sldMk cId="562094237" sldId="257"/>
        </pc:sldMkLst>
        <pc:spChg chg="mod">
          <ac:chgData name="Laura E. Kirby" userId="b9d39d5f-4efb-4c03-8a78-83306c6d5ab6" providerId="ADAL" clId="{C89B15EE-E851-CC47-93F1-F512E783B77A}" dt="2024-11-27T03:09:03.106" v="271" actId="20577"/>
          <ac:spMkLst>
            <pc:docMk/>
            <pc:sldMk cId="562094237" sldId="257"/>
            <ac:spMk id="18" creationId="{E104D264-19F5-47BB-9134-C9A3CEBC78EB}"/>
          </ac:spMkLst>
        </pc:spChg>
        <pc:spChg chg="mod">
          <ac:chgData name="Laura E. Kirby" userId="b9d39d5f-4efb-4c03-8a78-83306c6d5ab6" providerId="ADAL" clId="{C89B15EE-E851-CC47-93F1-F512E783B77A}" dt="2024-11-27T03:06:56.111" v="28" actId="20577"/>
          <ac:spMkLst>
            <pc:docMk/>
            <pc:sldMk cId="562094237" sldId="257"/>
            <ac:spMk id="32" creationId="{FE58CE81-79F8-4E88-A7B1-6103D70D01B6}"/>
          </ac:spMkLst>
        </pc:spChg>
      </pc:sldChg>
      <pc:sldChg chg="modSp">
        <pc:chgData name="Laura E. Kirby" userId="b9d39d5f-4efb-4c03-8a78-83306c6d5ab6" providerId="ADAL" clId="{C89B15EE-E851-CC47-93F1-F512E783B77A}" dt="2024-11-27T03:10:00.802" v="278" actId="20577"/>
        <pc:sldMkLst>
          <pc:docMk/>
          <pc:sldMk cId="330088685" sldId="266"/>
        </pc:sldMkLst>
        <pc:graphicFrameChg chg="modGraphic">
          <ac:chgData name="Laura E. Kirby" userId="b9d39d5f-4efb-4c03-8a78-83306c6d5ab6" providerId="ADAL" clId="{C89B15EE-E851-CC47-93F1-F512E783B77A}" dt="2024-11-27T03:10:00.802" v="278" actId="20577"/>
          <ac:graphicFrameMkLst>
            <pc:docMk/>
            <pc:sldMk cId="330088685" sldId="266"/>
            <ac:graphicFrameMk id="20" creationId="{8975F31C-03AB-4E9E-A587-C62299315044}"/>
          </ac:graphicFrameMkLst>
        </pc:graphicFrameChg>
      </pc:sldChg>
    </pc:docChg>
  </pc:docChgLst>
  <pc:docChgLst>
    <pc:chgData name="Laura E. Kirby" userId="S::lekirby@csustudent.net::b9d39d5f-4efb-4c03-8a78-83306c6d5ab6" providerId="AD" clId="Web-{966B42ED-76BF-B41D-63AE-1A31DB727F7F}"/>
    <pc:docChg chg="addSld delSld modSld sldOrd">
      <pc:chgData name="Laura E. Kirby" userId="S::lekirby@csustudent.net::b9d39d5f-4efb-4c03-8a78-83306c6d5ab6" providerId="AD" clId="Web-{966B42ED-76BF-B41D-63AE-1A31DB727F7F}" dt="2024-11-27T05:57:08.786" v="1856" actId="14100"/>
      <pc:docMkLst>
        <pc:docMk/>
      </pc:docMkLst>
      <pc:sldChg chg="addSp delSp modSp mod setBg">
        <pc:chgData name="Laura E. Kirby" userId="S::lekirby@csustudent.net::b9d39d5f-4efb-4c03-8a78-83306c6d5ab6" providerId="AD" clId="Web-{966B42ED-76BF-B41D-63AE-1A31DB727F7F}" dt="2024-11-27T05:57:08.786" v="1856" actId="14100"/>
        <pc:sldMkLst>
          <pc:docMk/>
          <pc:sldMk cId="1713940923" sldId="256"/>
        </pc:sldMkLst>
        <pc:spChg chg="add del mod">
          <ac:chgData name="Laura E. Kirby" userId="S::lekirby@csustudent.net::b9d39d5f-4efb-4c03-8a78-83306c6d5ab6" providerId="AD" clId="Web-{966B42ED-76BF-B41D-63AE-1A31DB727F7F}" dt="2024-11-26T21:05:31.163" v="56"/>
          <ac:spMkLst>
            <pc:docMk/>
            <pc:sldMk cId="1713940923" sldId="256"/>
            <ac:spMk id="2" creationId="{B6FF3FC7-47B4-3A8F-CF58-2121D4B68D07}"/>
          </ac:spMkLst>
        </pc:spChg>
        <pc:spChg chg="add del mod">
          <ac:chgData name="Laura E. Kirby" userId="S::lekirby@csustudent.net::b9d39d5f-4efb-4c03-8a78-83306c6d5ab6" providerId="AD" clId="Web-{966B42ED-76BF-B41D-63AE-1A31DB727F7F}" dt="2024-11-27T03:55:36.301" v="72"/>
          <ac:spMkLst>
            <pc:docMk/>
            <pc:sldMk cId="1713940923" sldId="256"/>
            <ac:spMk id="4" creationId="{15AC2BEA-B15D-57B8-CDF4-60F918D846E8}"/>
          </ac:spMkLst>
        </pc:spChg>
        <pc:spChg chg="mod">
          <ac:chgData name="Laura E. Kirby" userId="S::lekirby@csustudent.net::b9d39d5f-4efb-4c03-8a78-83306c6d5ab6" providerId="AD" clId="Web-{966B42ED-76BF-B41D-63AE-1A31DB727F7F}" dt="2024-11-26T20:56:27.862" v="22" actId="20577"/>
          <ac:spMkLst>
            <pc:docMk/>
            <pc:sldMk cId="1713940923" sldId="256"/>
            <ac:spMk id="18" creationId="{40701852-AE6C-4783-8DBD-B0CBAC1662D1}"/>
          </ac:spMkLst>
        </pc:spChg>
        <pc:spChg chg="mod">
          <ac:chgData name="Laura E. Kirby" userId="S::lekirby@csustudent.net::b9d39d5f-4efb-4c03-8a78-83306c6d5ab6" providerId="AD" clId="Web-{966B42ED-76BF-B41D-63AE-1A31DB727F7F}" dt="2024-11-27T05:57:08.786" v="1856" actId="14100"/>
          <ac:spMkLst>
            <pc:docMk/>
            <pc:sldMk cId="1713940923" sldId="256"/>
            <ac:spMk id="22" creationId="{749F6AF1-A89E-415F-93B2-6E9E72D0DD21}"/>
          </ac:spMkLst>
        </pc:spChg>
        <pc:picChg chg="add mod ord">
          <ac:chgData name="Laura E. Kirby" userId="S::lekirby@csustudent.net::b9d39d5f-4efb-4c03-8a78-83306c6d5ab6" providerId="AD" clId="Web-{966B42ED-76BF-B41D-63AE-1A31DB727F7F}" dt="2024-11-27T03:56:31.397" v="80" actId="14100"/>
          <ac:picMkLst>
            <pc:docMk/>
            <pc:sldMk cId="1713940923" sldId="256"/>
            <ac:picMk id="2" creationId="{28BF38C1-0138-95BB-9C01-B864A42C1885}"/>
          </ac:picMkLst>
        </pc:picChg>
        <pc:picChg chg="del mod">
          <ac:chgData name="Laura E. Kirby" userId="S::lekirby@csustudent.net::b9d39d5f-4efb-4c03-8a78-83306c6d5ab6" providerId="AD" clId="Web-{966B42ED-76BF-B41D-63AE-1A31DB727F7F}" dt="2024-11-27T03:55:21.816" v="68"/>
          <ac:picMkLst>
            <pc:docMk/>
            <pc:sldMk cId="1713940923" sldId="256"/>
            <ac:picMk id="5" creationId="{82AD9B64-C3B2-4F92-B013-F9D95DDAC0A7}"/>
          </ac:picMkLst>
        </pc:picChg>
        <pc:picChg chg="mod">
          <ac:chgData name="Laura E. Kirby" userId="S::lekirby@csustudent.net::b9d39d5f-4efb-4c03-8a78-83306c6d5ab6" providerId="AD" clId="Web-{966B42ED-76BF-B41D-63AE-1A31DB727F7F}" dt="2024-11-27T03:56:01.115" v="77" actId="1076"/>
          <ac:picMkLst>
            <pc:docMk/>
            <pc:sldMk cId="1713940923" sldId="256"/>
            <ac:picMk id="36" creationId="{3CD0F96C-C036-4A88-B85A-765408F6F20F}"/>
          </ac:picMkLst>
        </pc:picChg>
      </pc:sldChg>
      <pc:sldChg chg="addSp delSp modSp modNotes">
        <pc:chgData name="Laura E. Kirby" userId="S::lekirby@csustudent.net::b9d39d5f-4efb-4c03-8a78-83306c6d5ab6" providerId="AD" clId="Web-{966B42ED-76BF-B41D-63AE-1A31DB727F7F}" dt="2024-11-27T05:49:14.854" v="1696" actId="20577"/>
        <pc:sldMkLst>
          <pc:docMk/>
          <pc:sldMk cId="562094237" sldId="257"/>
        </pc:sldMkLst>
        <pc:spChg chg="del">
          <ac:chgData name="Laura E. Kirby" userId="S::lekirby@csustudent.net::b9d39d5f-4efb-4c03-8a78-83306c6d5ab6" providerId="AD" clId="Web-{966B42ED-76BF-B41D-63AE-1A31DB727F7F}" dt="2024-11-27T04:03:56.226" v="120"/>
          <ac:spMkLst>
            <pc:docMk/>
            <pc:sldMk cId="562094237" sldId="257"/>
            <ac:spMk id="4" creationId="{741B54F8-5CA5-46A9-86AA-1BF047C3874D}"/>
          </ac:spMkLst>
        </pc:spChg>
        <pc:spChg chg="add del mod">
          <ac:chgData name="Laura E. Kirby" userId="S::lekirby@csustudent.net::b9d39d5f-4efb-4c03-8a78-83306c6d5ab6" providerId="AD" clId="Web-{966B42ED-76BF-B41D-63AE-1A31DB727F7F}" dt="2024-11-27T04:00:08.280" v="96"/>
          <ac:spMkLst>
            <pc:docMk/>
            <pc:sldMk cId="562094237" sldId="257"/>
            <ac:spMk id="6" creationId="{4FD36AF1-3D7B-F8A1-0580-459A992FCC8A}"/>
          </ac:spMkLst>
        </pc:spChg>
        <pc:spChg chg="mod">
          <ac:chgData name="Laura E. Kirby" userId="S::lekirby@csustudent.net::b9d39d5f-4efb-4c03-8a78-83306c6d5ab6" providerId="AD" clId="Web-{966B42ED-76BF-B41D-63AE-1A31DB727F7F}" dt="2024-11-27T05:49:14.854" v="1696" actId="20577"/>
          <ac:spMkLst>
            <pc:docMk/>
            <pc:sldMk cId="562094237" sldId="257"/>
            <ac:spMk id="18" creationId="{E104D264-19F5-47BB-9134-C9A3CEBC78EB}"/>
          </ac:spMkLst>
        </pc:spChg>
        <pc:picChg chg="add del mod">
          <ac:chgData name="Laura E. Kirby" userId="S::lekirby@csustudent.net::b9d39d5f-4efb-4c03-8a78-83306c6d5ab6" providerId="AD" clId="Web-{966B42ED-76BF-B41D-63AE-1A31DB727F7F}" dt="2024-11-27T04:00:10.702" v="97"/>
          <ac:picMkLst>
            <pc:docMk/>
            <pc:sldMk cId="562094237" sldId="257"/>
            <ac:picMk id="2" creationId="{5247E156-54C6-7F28-064C-3A4D9DC81D0B}"/>
          </ac:picMkLst>
        </pc:picChg>
        <pc:picChg chg="add mod ord">
          <ac:chgData name="Laura E. Kirby" userId="S::lekirby@csustudent.net::b9d39d5f-4efb-4c03-8a78-83306c6d5ab6" providerId="AD" clId="Web-{966B42ED-76BF-B41D-63AE-1A31DB727F7F}" dt="2024-11-27T04:00:40.297" v="98"/>
          <ac:picMkLst>
            <pc:docMk/>
            <pc:sldMk cId="562094237" sldId="257"/>
            <ac:picMk id="7" creationId="{9743F299-B648-D55F-EACF-B11A6D2924B0}"/>
          </ac:picMkLst>
        </pc:picChg>
        <pc:picChg chg="del">
          <ac:chgData name="Laura E. Kirby" userId="S::lekirby@csustudent.net::b9d39d5f-4efb-4c03-8a78-83306c6d5ab6" providerId="AD" clId="Web-{966B42ED-76BF-B41D-63AE-1A31DB727F7F}" dt="2024-11-27T03:59:07.559" v="93"/>
          <ac:picMkLst>
            <pc:docMk/>
            <pc:sldMk cId="562094237" sldId="257"/>
            <ac:picMk id="8" creationId="{D100A0FD-C488-4726-8EF3-3E53B4E7A7BF}"/>
          </ac:picMkLst>
        </pc:picChg>
        <pc:picChg chg="add del mod">
          <ac:chgData name="Laura E. Kirby" userId="S::lekirby@csustudent.net::b9d39d5f-4efb-4c03-8a78-83306c6d5ab6" providerId="AD" clId="Web-{966B42ED-76BF-B41D-63AE-1A31DB727F7F}" dt="2024-11-27T03:59:04.622" v="92" actId="1076"/>
          <ac:picMkLst>
            <pc:docMk/>
            <pc:sldMk cId="562094237" sldId="257"/>
            <ac:picMk id="15" creationId="{A2A52314-D977-4B70-A52B-BD18C4129803}"/>
          </ac:picMkLst>
        </pc:picChg>
      </pc:sldChg>
      <pc:sldChg chg="del">
        <pc:chgData name="Laura E. Kirby" userId="S::lekirby@csustudent.net::b9d39d5f-4efb-4c03-8a78-83306c6d5ab6" providerId="AD" clId="Web-{966B42ED-76BF-B41D-63AE-1A31DB727F7F}" dt="2024-11-27T05:44:31.646" v="1484"/>
        <pc:sldMkLst>
          <pc:docMk/>
          <pc:sldMk cId="766742095" sldId="258"/>
        </pc:sldMkLst>
      </pc:sldChg>
      <pc:sldChg chg="del">
        <pc:chgData name="Laura E. Kirby" userId="S::lekirby@csustudent.net::b9d39d5f-4efb-4c03-8a78-83306c6d5ab6" providerId="AD" clId="Web-{966B42ED-76BF-B41D-63AE-1A31DB727F7F}" dt="2024-11-27T05:49:26.385" v="1698"/>
        <pc:sldMkLst>
          <pc:docMk/>
          <pc:sldMk cId="1720137869" sldId="259"/>
        </pc:sldMkLst>
      </pc:sldChg>
      <pc:sldChg chg="del">
        <pc:chgData name="Laura E. Kirby" userId="S::lekirby@csustudent.net::b9d39d5f-4efb-4c03-8a78-83306c6d5ab6" providerId="AD" clId="Web-{966B42ED-76BF-B41D-63AE-1A31DB727F7F}" dt="2024-11-27T04:56:41.672" v="1225"/>
        <pc:sldMkLst>
          <pc:docMk/>
          <pc:sldMk cId="1181455624" sldId="261"/>
        </pc:sldMkLst>
      </pc:sldChg>
      <pc:sldChg chg="del">
        <pc:chgData name="Laura E. Kirby" userId="S::lekirby@csustudent.net::b9d39d5f-4efb-4c03-8a78-83306c6d5ab6" providerId="AD" clId="Web-{966B42ED-76BF-B41D-63AE-1A31DB727F7F}" dt="2024-11-27T04:56:40.547" v="1224"/>
        <pc:sldMkLst>
          <pc:docMk/>
          <pc:sldMk cId="3255828989" sldId="262"/>
        </pc:sldMkLst>
      </pc:sldChg>
      <pc:sldChg chg="addSp modSp del mod modClrScheme chgLayout">
        <pc:chgData name="Laura E. Kirby" userId="S::lekirby@csustudent.net::b9d39d5f-4efb-4c03-8a78-83306c6d5ab6" providerId="AD" clId="Web-{966B42ED-76BF-B41D-63AE-1A31DB727F7F}" dt="2024-11-27T04:08:05.610" v="128"/>
        <pc:sldMkLst>
          <pc:docMk/>
          <pc:sldMk cId="1356657353" sldId="263"/>
        </pc:sldMkLst>
        <pc:spChg chg="mod ord">
          <ac:chgData name="Laura E. Kirby" userId="S::lekirby@csustudent.net::b9d39d5f-4efb-4c03-8a78-83306c6d5ab6" providerId="AD" clId="Web-{966B42ED-76BF-B41D-63AE-1A31DB727F7F}" dt="2024-11-27T04:08:02.048" v="127"/>
          <ac:spMkLst>
            <pc:docMk/>
            <pc:sldMk cId="1356657353" sldId="263"/>
            <ac:spMk id="4" creationId="{4D91A0B0-91E4-4514-9893-7544A171D2F7}"/>
          </ac:spMkLst>
        </pc:spChg>
        <pc:spChg chg="add mod ord">
          <ac:chgData name="Laura E. Kirby" userId="S::lekirby@csustudent.net::b9d39d5f-4efb-4c03-8a78-83306c6d5ab6" providerId="AD" clId="Web-{966B42ED-76BF-B41D-63AE-1A31DB727F7F}" dt="2024-11-27T04:08:02.048" v="127"/>
          <ac:spMkLst>
            <pc:docMk/>
            <pc:sldMk cId="1356657353" sldId="263"/>
            <ac:spMk id="5" creationId="{39677C2C-B924-8152-0829-6C4088277881}"/>
          </ac:spMkLst>
        </pc:spChg>
        <pc:spChg chg="add mod ord">
          <ac:chgData name="Laura E. Kirby" userId="S::lekirby@csustudent.net::b9d39d5f-4efb-4c03-8a78-83306c6d5ab6" providerId="AD" clId="Web-{966B42ED-76BF-B41D-63AE-1A31DB727F7F}" dt="2024-11-27T04:08:02.048" v="127"/>
          <ac:spMkLst>
            <pc:docMk/>
            <pc:sldMk cId="1356657353" sldId="263"/>
            <ac:spMk id="8" creationId="{EAF22964-2E60-5285-4355-1FF78543AFEE}"/>
          </ac:spMkLst>
        </pc:spChg>
        <pc:spChg chg="add mod ord">
          <ac:chgData name="Laura E. Kirby" userId="S::lekirby@csustudent.net::b9d39d5f-4efb-4c03-8a78-83306c6d5ab6" providerId="AD" clId="Web-{966B42ED-76BF-B41D-63AE-1A31DB727F7F}" dt="2024-11-27T04:08:02.048" v="127"/>
          <ac:spMkLst>
            <pc:docMk/>
            <pc:sldMk cId="1356657353" sldId="263"/>
            <ac:spMk id="9" creationId="{DA19B78A-DAAB-F2DE-CF15-84EF00DC207A}"/>
          </ac:spMkLst>
        </pc:spChg>
        <pc:spChg chg="mod ord">
          <ac:chgData name="Laura E. Kirby" userId="S::lekirby@csustudent.net::b9d39d5f-4efb-4c03-8a78-83306c6d5ab6" providerId="AD" clId="Web-{966B42ED-76BF-B41D-63AE-1A31DB727F7F}" dt="2024-11-27T04:08:02.048" v="127"/>
          <ac:spMkLst>
            <pc:docMk/>
            <pc:sldMk cId="1356657353" sldId="263"/>
            <ac:spMk id="30" creationId="{9BF25EEC-C9FE-4770-AC5B-005A78638AD6}"/>
          </ac:spMkLst>
        </pc:spChg>
        <pc:spChg chg="mod ord">
          <ac:chgData name="Laura E. Kirby" userId="S::lekirby@csustudent.net::b9d39d5f-4efb-4c03-8a78-83306c6d5ab6" providerId="AD" clId="Web-{966B42ED-76BF-B41D-63AE-1A31DB727F7F}" dt="2024-11-27T04:08:02.048" v="127"/>
          <ac:spMkLst>
            <pc:docMk/>
            <pc:sldMk cId="1356657353" sldId="263"/>
            <ac:spMk id="32" creationId="{73F0F196-3E9E-46C2-88BB-0C30FEFD56E7}"/>
          </ac:spMkLst>
        </pc:spChg>
        <pc:spChg chg="mod ord">
          <ac:chgData name="Laura E. Kirby" userId="S::lekirby@csustudent.net::b9d39d5f-4efb-4c03-8a78-83306c6d5ab6" providerId="AD" clId="Web-{966B42ED-76BF-B41D-63AE-1A31DB727F7F}" dt="2024-11-27T04:08:02.048" v="127"/>
          <ac:spMkLst>
            <pc:docMk/>
            <pc:sldMk cId="1356657353" sldId="263"/>
            <ac:spMk id="33" creationId="{4026F844-E21F-4FB3-BC14-72A64AF26272}"/>
          </ac:spMkLst>
        </pc:spChg>
        <pc:spChg chg="mod ord">
          <ac:chgData name="Laura E. Kirby" userId="S::lekirby@csustudent.net::b9d39d5f-4efb-4c03-8a78-83306c6d5ab6" providerId="AD" clId="Web-{966B42ED-76BF-B41D-63AE-1A31DB727F7F}" dt="2024-11-27T04:08:02.048" v="127"/>
          <ac:spMkLst>
            <pc:docMk/>
            <pc:sldMk cId="1356657353" sldId="263"/>
            <ac:spMk id="35" creationId="{C4984B8B-5A39-4866-8658-FB66C8DB4F82}"/>
          </ac:spMkLst>
        </pc:spChg>
        <pc:spChg chg="mod ord">
          <ac:chgData name="Laura E. Kirby" userId="S::lekirby@csustudent.net::b9d39d5f-4efb-4c03-8a78-83306c6d5ab6" providerId="AD" clId="Web-{966B42ED-76BF-B41D-63AE-1A31DB727F7F}" dt="2024-11-27T04:08:02.048" v="127"/>
          <ac:spMkLst>
            <pc:docMk/>
            <pc:sldMk cId="1356657353" sldId="263"/>
            <ac:spMk id="36" creationId="{5A8A76BA-E350-46CC-B9EF-65F55916E496}"/>
          </ac:spMkLst>
        </pc:spChg>
        <pc:spChg chg="mod ord">
          <ac:chgData name="Laura E. Kirby" userId="S::lekirby@csustudent.net::b9d39d5f-4efb-4c03-8a78-83306c6d5ab6" providerId="AD" clId="Web-{966B42ED-76BF-B41D-63AE-1A31DB727F7F}" dt="2024-11-27T04:08:02.048" v="127"/>
          <ac:spMkLst>
            <pc:docMk/>
            <pc:sldMk cId="1356657353" sldId="263"/>
            <ac:spMk id="38" creationId="{D9D607B3-8F21-4E4E-9448-E334E3D36236}"/>
          </ac:spMkLst>
        </pc:spChg>
      </pc:sldChg>
      <pc:sldChg chg="addSp delSp modSp mod ord modClrScheme chgLayout modNotes">
        <pc:chgData name="Laura E. Kirby" userId="S::lekirby@csustudent.net::b9d39d5f-4efb-4c03-8a78-83306c6d5ab6" providerId="AD" clId="Web-{966B42ED-76BF-B41D-63AE-1A31DB727F7F}" dt="2024-11-27T04:55:09.278" v="1216" actId="1076"/>
        <pc:sldMkLst>
          <pc:docMk/>
          <pc:sldMk cId="3601854351" sldId="264"/>
        </pc:sldMkLst>
        <pc:spChg chg="del">
          <ac:chgData name="Laura E. Kirby" userId="S::lekirby@csustudent.net::b9d39d5f-4efb-4c03-8a78-83306c6d5ab6" providerId="AD" clId="Web-{966B42ED-76BF-B41D-63AE-1A31DB727F7F}" dt="2024-11-27T04:36:26.533" v="803"/>
          <ac:spMkLst>
            <pc:docMk/>
            <pc:sldMk cId="3601854351" sldId="264"/>
            <ac:spMk id="3" creationId="{55F09DA5-C783-47D3-AE72-F6C8F7B458B0}"/>
          </ac:spMkLst>
        </pc:spChg>
        <pc:spChg chg="mod ord">
          <ac:chgData name="Laura E. Kirby" userId="S::lekirby@csustudent.net::b9d39d5f-4efb-4c03-8a78-83306c6d5ab6" providerId="AD" clId="Web-{966B42ED-76BF-B41D-63AE-1A31DB727F7F}" dt="2024-11-27T04:35:42.141" v="782"/>
          <ac:spMkLst>
            <pc:docMk/>
            <pc:sldMk cId="3601854351" sldId="264"/>
            <ac:spMk id="4" creationId="{50684746-F07E-4747-9C12-138CEF640208}"/>
          </ac:spMkLst>
        </pc:spChg>
        <pc:spChg chg="add del mod">
          <ac:chgData name="Laura E. Kirby" userId="S::lekirby@csustudent.net::b9d39d5f-4efb-4c03-8a78-83306c6d5ab6" providerId="AD" clId="Web-{966B42ED-76BF-B41D-63AE-1A31DB727F7F}" dt="2024-11-27T04:40:07.526" v="853"/>
          <ac:spMkLst>
            <pc:docMk/>
            <pc:sldMk cId="3601854351" sldId="264"/>
            <ac:spMk id="5" creationId="{E718CD80-9199-DB18-83F1-47220081E962}"/>
          </ac:spMkLst>
        </pc:spChg>
        <pc:spChg chg="add del mod">
          <ac:chgData name="Laura E. Kirby" userId="S::lekirby@csustudent.net::b9d39d5f-4efb-4c03-8a78-83306c6d5ab6" providerId="AD" clId="Web-{966B42ED-76BF-B41D-63AE-1A31DB727F7F}" dt="2024-11-27T04:40:08.463" v="855"/>
          <ac:spMkLst>
            <pc:docMk/>
            <pc:sldMk cId="3601854351" sldId="264"/>
            <ac:spMk id="7" creationId="{79365E8E-907C-DAF8-AB73-B8CF34A3722B}"/>
          </ac:spMkLst>
        </pc:spChg>
        <pc:spChg chg="add mod">
          <ac:chgData name="Laura E. Kirby" userId="S::lekirby@csustudent.net::b9d39d5f-4efb-4c03-8a78-83306c6d5ab6" providerId="AD" clId="Web-{966B42ED-76BF-B41D-63AE-1A31DB727F7F}" dt="2024-11-27T04:47:05.885" v="984" actId="1076"/>
          <ac:spMkLst>
            <pc:docMk/>
            <pc:sldMk cId="3601854351" sldId="264"/>
            <ac:spMk id="9" creationId="{429000D5-CFA0-AF01-736E-F6E096B20AD5}"/>
          </ac:spMkLst>
        </pc:spChg>
        <pc:spChg chg="add mod">
          <ac:chgData name="Laura E. Kirby" userId="S::lekirby@csustudent.net::b9d39d5f-4efb-4c03-8a78-83306c6d5ab6" providerId="AD" clId="Web-{966B42ED-76BF-B41D-63AE-1A31DB727F7F}" dt="2024-11-27T04:55:09.278" v="1216" actId="1076"/>
          <ac:spMkLst>
            <pc:docMk/>
            <pc:sldMk cId="3601854351" sldId="264"/>
            <ac:spMk id="11" creationId="{6A33EE4B-8D83-ED72-FFEB-A96626F223AB}"/>
          </ac:spMkLst>
        </pc:spChg>
        <pc:spChg chg="mod ord">
          <ac:chgData name="Laura E. Kirby" userId="S::lekirby@csustudent.net::b9d39d5f-4efb-4c03-8a78-83306c6d5ab6" providerId="AD" clId="Web-{966B42ED-76BF-B41D-63AE-1A31DB727F7F}" dt="2024-11-27T04:49:28.546" v="1114" actId="20577"/>
          <ac:spMkLst>
            <pc:docMk/>
            <pc:sldMk cId="3601854351" sldId="264"/>
            <ac:spMk id="53" creationId="{E1558309-B7AA-4FDD-B88B-6D05CB8E092B}"/>
          </ac:spMkLst>
        </pc:spChg>
        <pc:spChg chg="mod ord">
          <ac:chgData name="Laura E. Kirby" userId="S::lekirby@csustudent.net::b9d39d5f-4efb-4c03-8a78-83306c6d5ab6" providerId="AD" clId="Web-{966B42ED-76BF-B41D-63AE-1A31DB727F7F}" dt="2024-11-27T04:47:23.448" v="986" actId="1076"/>
          <ac:spMkLst>
            <pc:docMk/>
            <pc:sldMk cId="3601854351" sldId="264"/>
            <ac:spMk id="54" creationId="{D8A8A927-ECB7-4124-BC5A-E06B39FD4875}"/>
          </ac:spMkLst>
        </pc:spChg>
        <pc:spChg chg="del mod ord">
          <ac:chgData name="Laura E. Kirby" userId="S::lekirby@csustudent.net::b9d39d5f-4efb-4c03-8a78-83306c6d5ab6" providerId="AD" clId="Web-{966B42ED-76BF-B41D-63AE-1A31DB727F7F}" dt="2024-11-27T04:40:04.307" v="852"/>
          <ac:spMkLst>
            <pc:docMk/>
            <pc:sldMk cId="3601854351" sldId="264"/>
            <ac:spMk id="59" creationId="{939A6BF4-0A24-440D-8488-B2CFF2CF3087}"/>
          </ac:spMkLst>
        </pc:spChg>
        <pc:spChg chg="mod">
          <ac:chgData name="Laura E. Kirby" userId="S::lekirby@csustudent.net::b9d39d5f-4efb-4c03-8a78-83306c6d5ab6" providerId="AD" clId="Web-{966B42ED-76BF-B41D-63AE-1A31DB727F7F}" dt="2024-11-27T04:47:18.432" v="985" actId="1076"/>
          <ac:spMkLst>
            <pc:docMk/>
            <pc:sldMk cId="3601854351" sldId="264"/>
            <ac:spMk id="60" creationId="{13DC7F21-85DF-455E-8D6B-FF4A5457DDBF}"/>
          </ac:spMkLst>
        </pc:spChg>
        <pc:spChg chg="del">
          <ac:chgData name="Laura E. Kirby" userId="S::lekirby@csustudent.net::b9d39d5f-4efb-4c03-8a78-83306c6d5ab6" providerId="AD" clId="Web-{966B42ED-76BF-B41D-63AE-1A31DB727F7F}" dt="2024-11-27T04:40:07.635" v="854"/>
          <ac:spMkLst>
            <pc:docMk/>
            <pc:sldMk cId="3601854351" sldId="264"/>
            <ac:spMk id="61" creationId="{49F8BBB3-F29A-4717-AFFE-198888F5A267}"/>
          </ac:spMkLst>
        </pc:spChg>
        <pc:spChg chg="mod">
          <ac:chgData name="Laura E. Kirby" userId="S::lekirby@csustudent.net::b9d39d5f-4efb-4c03-8a78-83306c6d5ab6" providerId="AD" clId="Web-{966B42ED-76BF-B41D-63AE-1A31DB727F7F}" dt="2024-11-27T04:46:59.916" v="983" actId="1076"/>
          <ac:spMkLst>
            <pc:docMk/>
            <pc:sldMk cId="3601854351" sldId="264"/>
            <ac:spMk id="62" creationId="{7D66B6DB-A18A-4F22-A255-7576381C1DC3}"/>
          </ac:spMkLst>
        </pc:spChg>
        <pc:spChg chg="del mod ord">
          <ac:chgData name="Laura E. Kirby" userId="S::lekirby@csustudent.net::b9d39d5f-4efb-4c03-8a78-83306c6d5ab6" providerId="AD" clId="Web-{966B42ED-76BF-B41D-63AE-1A31DB727F7F}" dt="2024-11-27T04:36:21.205" v="801"/>
          <ac:spMkLst>
            <pc:docMk/>
            <pc:sldMk cId="3601854351" sldId="264"/>
            <ac:spMk id="63" creationId="{88AE1384-7C70-4615-80B5-D1A1AEF9F486}"/>
          </ac:spMkLst>
        </pc:spChg>
        <pc:spChg chg="del mod ord">
          <ac:chgData name="Laura E. Kirby" userId="S::lekirby@csustudent.net::b9d39d5f-4efb-4c03-8a78-83306c6d5ab6" providerId="AD" clId="Web-{966B42ED-76BF-B41D-63AE-1A31DB727F7F}" dt="2024-11-27T04:36:24.658" v="802"/>
          <ac:spMkLst>
            <pc:docMk/>
            <pc:sldMk cId="3601854351" sldId="264"/>
            <ac:spMk id="64" creationId="{F86978B4-FE1B-4864-A1BA-FD1E18FE45EB}"/>
          </ac:spMkLst>
        </pc:spChg>
        <pc:spChg chg="del mod ord">
          <ac:chgData name="Laura E. Kirby" userId="S::lekirby@csustudent.net::b9d39d5f-4efb-4c03-8a78-83306c6d5ab6" providerId="AD" clId="Web-{966B42ED-76BF-B41D-63AE-1A31DB727F7F}" dt="2024-11-27T04:35:54.923" v="787"/>
          <ac:spMkLst>
            <pc:docMk/>
            <pc:sldMk cId="3601854351" sldId="264"/>
            <ac:spMk id="65" creationId="{342F6EE7-5864-43AA-820A-E1D15732438F}"/>
          </ac:spMkLst>
        </pc:spChg>
        <pc:spChg chg="del">
          <ac:chgData name="Laura E. Kirby" userId="S::lekirby@csustudent.net::b9d39d5f-4efb-4c03-8a78-83306c6d5ab6" providerId="AD" clId="Web-{966B42ED-76BF-B41D-63AE-1A31DB727F7F}" dt="2024-11-27T04:36:01.735" v="789"/>
          <ac:spMkLst>
            <pc:docMk/>
            <pc:sldMk cId="3601854351" sldId="264"/>
            <ac:spMk id="66" creationId="{1AAB3598-5057-4E30-ACDC-066A57FAB07D}"/>
          </ac:spMkLst>
        </pc:spChg>
        <pc:spChg chg="del mod ord">
          <ac:chgData name="Laura E. Kirby" userId="S::lekirby@csustudent.net::b9d39d5f-4efb-4c03-8a78-83306c6d5ab6" providerId="AD" clId="Web-{966B42ED-76BF-B41D-63AE-1A31DB727F7F}" dt="2024-11-27T04:35:51.469" v="785"/>
          <ac:spMkLst>
            <pc:docMk/>
            <pc:sldMk cId="3601854351" sldId="264"/>
            <ac:spMk id="71" creationId="{08F60DFC-6C8F-461E-A4F8-1304EDE38FC6}"/>
          </ac:spMkLst>
        </pc:spChg>
        <pc:spChg chg="del mod ord">
          <ac:chgData name="Laura E. Kirby" userId="S::lekirby@csustudent.net::b9d39d5f-4efb-4c03-8a78-83306c6d5ab6" providerId="AD" clId="Web-{966B42ED-76BF-B41D-63AE-1A31DB727F7F}" dt="2024-11-27T04:35:58.970" v="788"/>
          <ac:spMkLst>
            <pc:docMk/>
            <pc:sldMk cId="3601854351" sldId="264"/>
            <ac:spMk id="72" creationId="{93B9EEB6-875C-4BFA-9C27-C25F48BDC4E5}"/>
          </ac:spMkLst>
        </pc:spChg>
        <pc:spChg chg="del">
          <ac:chgData name="Laura E. Kirby" userId="S::lekirby@csustudent.net::b9d39d5f-4efb-4c03-8a78-83306c6d5ab6" providerId="AD" clId="Web-{966B42ED-76BF-B41D-63AE-1A31DB727F7F}" dt="2024-11-27T04:36:13.939" v="797"/>
          <ac:spMkLst>
            <pc:docMk/>
            <pc:sldMk cId="3601854351" sldId="264"/>
            <ac:spMk id="73" creationId="{6D36F593-4CCD-4282-BBD4-FF93040B01E6}"/>
          </ac:spMkLst>
        </pc:spChg>
        <pc:spChg chg="del">
          <ac:chgData name="Laura E. Kirby" userId="S::lekirby@csustudent.net::b9d39d5f-4efb-4c03-8a78-83306c6d5ab6" providerId="AD" clId="Web-{966B42ED-76BF-B41D-63AE-1A31DB727F7F}" dt="2024-11-27T04:36:16.033" v="799"/>
          <ac:spMkLst>
            <pc:docMk/>
            <pc:sldMk cId="3601854351" sldId="264"/>
            <ac:spMk id="74" creationId="{A998C475-4FF2-40BD-A579-3B6F04DFE97C}"/>
          </ac:spMkLst>
        </pc:spChg>
        <pc:spChg chg="del mod ord">
          <ac:chgData name="Laura E. Kirby" userId="S::lekirby@csustudent.net::b9d39d5f-4efb-4c03-8a78-83306c6d5ab6" providerId="AD" clId="Web-{966B42ED-76BF-B41D-63AE-1A31DB727F7F}" dt="2024-11-27T04:36:11.595" v="796"/>
          <ac:spMkLst>
            <pc:docMk/>
            <pc:sldMk cId="3601854351" sldId="264"/>
            <ac:spMk id="75" creationId="{DD4FB2C6-92D0-4DCE-A0E8-70488117E5E9}"/>
          </ac:spMkLst>
        </pc:spChg>
        <pc:spChg chg="del">
          <ac:chgData name="Laura E. Kirby" userId="S::lekirby@csustudent.net::b9d39d5f-4efb-4c03-8a78-83306c6d5ab6" providerId="AD" clId="Web-{966B42ED-76BF-B41D-63AE-1A31DB727F7F}" dt="2024-11-27T04:36:14.689" v="798"/>
          <ac:spMkLst>
            <pc:docMk/>
            <pc:sldMk cId="3601854351" sldId="264"/>
            <ac:spMk id="76" creationId="{8D2F1DAB-0A1F-4E4B-B6DD-7509F03597EF}"/>
          </ac:spMkLst>
        </pc:spChg>
        <pc:spChg chg="mod">
          <ac:chgData name="Laura E. Kirby" userId="S::lekirby@csustudent.net::b9d39d5f-4efb-4c03-8a78-83306c6d5ab6" providerId="AD" clId="Web-{966B42ED-76BF-B41D-63AE-1A31DB727F7F}" dt="2024-11-27T04:36:50.972" v="811" actId="20577"/>
          <ac:spMkLst>
            <pc:docMk/>
            <pc:sldMk cId="3601854351" sldId="264"/>
            <ac:spMk id="141" creationId="{E594E37C-93FC-43FF-B313-BE92A41B8104}"/>
          </ac:spMkLst>
        </pc:spChg>
        <pc:picChg chg="del">
          <ac:chgData name="Laura E. Kirby" userId="S::lekirby@csustudent.net::b9d39d5f-4efb-4c03-8a78-83306c6d5ab6" providerId="AD" clId="Web-{966B42ED-76BF-B41D-63AE-1A31DB727F7F}" dt="2024-11-27T04:35:49.501" v="784"/>
          <ac:picMkLst>
            <pc:docMk/>
            <pc:sldMk cId="3601854351" sldId="264"/>
            <ac:picMk id="78" creationId="{E6F791DC-C72A-46A7-A0D0-CC90651E1E6D}"/>
          </ac:picMkLst>
        </pc:picChg>
        <pc:picChg chg="del">
          <ac:chgData name="Laura E. Kirby" userId="S::lekirby@csustudent.net::b9d39d5f-4efb-4c03-8a78-83306c6d5ab6" providerId="AD" clId="Web-{966B42ED-76BF-B41D-63AE-1A31DB727F7F}" dt="2024-11-27T04:35:48.079" v="783"/>
          <ac:picMkLst>
            <pc:docMk/>
            <pc:sldMk cId="3601854351" sldId="264"/>
            <ac:picMk id="80" creationId="{808ABB96-8ABE-448C-B520-3B156254DB77}"/>
          </ac:picMkLst>
        </pc:picChg>
        <pc:picChg chg="del">
          <ac:chgData name="Laura E. Kirby" userId="S::lekirby@csustudent.net::b9d39d5f-4efb-4c03-8a78-83306c6d5ab6" providerId="AD" clId="Web-{966B42ED-76BF-B41D-63AE-1A31DB727F7F}" dt="2024-11-27T04:36:07.142" v="795"/>
          <ac:picMkLst>
            <pc:docMk/>
            <pc:sldMk cId="3601854351" sldId="264"/>
            <ac:picMk id="82" creationId="{7897B3FA-77E6-4FF2-8284-E44AC8DC03E2}"/>
          </ac:picMkLst>
        </pc:picChg>
        <pc:picChg chg="del">
          <ac:chgData name="Laura E. Kirby" userId="S::lekirby@csustudent.net::b9d39d5f-4efb-4c03-8a78-83306c6d5ab6" providerId="AD" clId="Web-{966B42ED-76BF-B41D-63AE-1A31DB727F7F}" dt="2024-11-27T04:36:06.486" v="794"/>
          <ac:picMkLst>
            <pc:docMk/>
            <pc:sldMk cId="3601854351" sldId="264"/>
            <ac:picMk id="84" creationId="{4DDA8F55-DBA9-43D1-BDB4-A6BC41C51F3F}"/>
          </ac:picMkLst>
        </pc:picChg>
        <pc:picChg chg="del">
          <ac:chgData name="Laura E. Kirby" userId="S::lekirby@csustudent.net::b9d39d5f-4efb-4c03-8a78-83306c6d5ab6" providerId="AD" clId="Web-{966B42ED-76BF-B41D-63AE-1A31DB727F7F}" dt="2024-11-27T04:36:04.360" v="791"/>
          <ac:picMkLst>
            <pc:docMk/>
            <pc:sldMk cId="3601854351" sldId="264"/>
            <ac:picMk id="86" creationId="{53BF6CA2-2FEE-45FC-8F31-439CDBB5A943}"/>
          </ac:picMkLst>
        </pc:picChg>
        <pc:picChg chg="del">
          <ac:chgData name="Laura E. Kirby" userId="S::lekirby@csustudent.net::b9d39d5f-4efb-4c03-8a78-83306c6d5ab6" providerId="AD" clId="Web-{966B42ED-76BF-B41D-63AE-1A31DB727F7F}" dt="2024-11-27T04:36:02.532" v="790"/>
          <ac:picMkLst>
            <pc:docMk/>
            <pc:sldMk cId="3601854351" sldId="264"/>
            <ac:picMk id="88" creationId="{32929278-436B-446B-9214-E8DFF8D63D80}"/>
          </ac:picMkLst>
        </pc:picChg>
        <pc:picChg chg="del">
          <ac:chgData name="Laura E. Kirby" userId="S::lekirby@csustudent.net::b9d39d5f-4efb-4c03-8a78-83306c6d5ab6" providerId="AD" clId="Web-{966B42ED-76BF-B41D-63AE-1A31DB727F7F}" dt="2024-11-27T04:36:05.767" v="793"/>
          <ac:picMkLst>
            <pc:docMk/>
            <pc:sldMk cId="3601854351" sldId="264"/>
            <ac:picMk id="90" creationId="{ED2EE769-3B46-4959-8226-D5DA1F266CD6}"/>
          </ac:picMkLst>
        </pc:picChg>
        <pc:picChg chg="del">
          <ac:chgData name="Laura E. Kirby" userId="S::lekirby@csustudent.net::b9d39d5f-4efb-4c03-8a78-83306c6d5ab6" providerId="AD" clId="Web-{966B42ED-76BF-B41D-63AE-1A31DB727F7F}" dt="2024-11-27T04:36:05.064" v="792"/>
          <ac:picMkLst>
            <pc:docMk/>
            <pc:sldMk cId="3601854351" sldId="264"/>
            <ac:picMk id="92" creationId="{487E3762-B61C-402A-9B76-D77FB22EB8C7}"/>
          </ac:picMkLst>
        </pc:picChg>
      </pc:sldChg>
      <pc:sldChg chg="addSp delSp modSp">
        <pc:chgData name="Laura E. Kirby" userId="S::lekirby@csustudent.net::b9d39d5f-4efb-4c03-8a78-83306c6d5ab6" providerId="AD" clId="Web-{966B42ED-76BF-B41D-63AE-1A31DB727F7F}" dt="2024-11-27T04:38:42.960" v="830" actId="20577"/>
        <pc:sldMkLst>
          <pc:docMk/>
          <pc:sldMk cId="4223430007" sldId="265"/>
        </pc:sldMkLst>
        <pc:spChg chg="del">
          <ac:chgData name="Laura E. Kirby" userId="S::lekirby@csustudent.net::b9d39d5f-4efb-4c03-8a78-83306c6d5ab6" providerId="AD" clId="Web-{966B42ED-76BF-B41D-63AE-1A31DB727F7F}" dt="2024-11-27T04:17:10.694" v="210"/>
          <ac:spMkLst>
            <pc:docMk/>
            <pc:sldMk cId="4223430007" sldId="265"/>
            <ac:spMk id="3" creationId="{C141D1E3-C362-4A6D-B1EA-76F36384E6CD}"/>
          </ac:spMkLst>
        </pc:spChg>
        <pc:spChg chg="add del mod">
          <ac:chgData name="Laura E. Kirby" userId="S::lekirby@csustudent.net::b9d39d5f-4efb-4c03-8a78-83306c6d5ab6" providerId="AD" clId="Web-{966B42ED-76BF-B41D-63AE-1A31DB727F7F}" dt="2024-11-27T04:08:16.157" v="130"/>
          <ac:spMkLst>
            <pc:docMk/>
            <pc:sldMk cId="4223430007" sldId="265"/>
            <ac:spMk id="5" creationId="{E83D4007-2764-75FE-84B4-E37C18596AE8}"/>
          </ac:spMkLst>
        </pc:spChg>
        <pc:spChg chg="add del mod">
          <ac:chgData name="Laura E. Kirby" userId="S::lekirby@csustudent.net::b9d39d5f-4efb-4c03-8a78-83306c6d5ab6" providerId="AD" clId="Web-{966B42ED-76BF-B41D-63AE-1A31DB727F7F}" dt="2024-11-27T04:12:17.777" v="156"/>
          <ac:spMkLst>
            <pc:docMk/>
            <pc:sldMk cId="4223430007" sldId="265"/>
            <ac:spMk id="7" creationId="{51967C84-272B-BD30-47E5-702DBF132E40}"/>
          </ac:spMkLst>
        </pc:spChg>
        <pc:spChg chg="add del mod">
          <ac:chgData name="Laura E. Kirby" userId="S::lekirby@csustudent.net::b9d39d5f-4efb-4c03-8a78-83306c6d5ab6" providerId="AD" clId="Web-{966B42ED-76BF-B41D-63AE-1A31DB727F7F}" dt="2024-11-27T04:13:34.873" v="165"/>
          <ac:spMkLst>
            <pc:docMk/>
            <pc:sldMk cId="4223430007" sldId="265"/>
            <ac:spMk id="9" creationId="{D099CFE4-6F21-A7AC-0C9A-B0DFA02478F5}"/>
          </ac:spMkLst>
        </pc:spChg>
        <pc:spChg chg="add del mod">
          <ac:chgData name="Laura E. Kirby" userId="S::lekirby@csustudent.net::b9d39d5f-4efb-4c03-8a78-83306c6d5ab6" providerId="AD" clId="Web-{966B42ED-76BF-B41D-63AE-1A31DB727F7F}" dt="2024-11-27T04:14:29.250" v="183"/>
          <ac:spMkLst>
            <pc:docMk/>
            <pc:sldMk cId="4223430007" sldId="265"/>
            <ac:spMk id="11" creationId="{7B95F530-8E9B-C0B7-808F-DEBB43ACC441}"/>
          </ac:spMkLst>
        </pc:spChg>
        <pc:spChg chg="add del mod">
          <ac:chgData name="Laura E. Kirby" userId="S::lekirby@csustudent.net::b9d39d5f-4efb-4c03-8a78-83306c6d5ab6" providerId="AD" clId="Web-{966B42ED-76BF-B41D-63AE-1A31DB727F7F}" dt="2024-11-27T04:14:27.625" v="182"/>
          <ac:spMkLst>
            <pc:docMk/>
            <pc:sldMk cId="4223430007" sldId="265"/>
            <ac:spMk id="13" creationId="{EE21567B-8597-8543-9A3B-414AFDAD29E5}"/>
          </ac:spMkLst>
        </pc:spChg>
        <pc:spChg chg="del">
          <ac:chgData name="Laura E. Kirby" userId="S::lekirby@csustudent.net::b9d39d5f-4efb-4c03-8a78-83306c6d5ab6" providerId="AD" clId="Web-{966B42ED-76BF-B41D-63AE-1A31DB727F7F}" dt="2024-11-27T04:08:14.423" v="129"/>
          <ac:spMkLst>
            <pc:docMk/>
            <pc:sldMk cId="4223430007" sldId="265"/>
            <ac:spMk id="15" creationId="{629891ED-ABD1-4AF8-A87F-4E666B63F9CD}"/>
          </ac:spMkLst>
        </pc:spChg>
        <pc:spChg chg="mod">
          <ac:chgData name="Laura E. Kirby" userId="S::lekirby@csustudent.net::b9d39d5f-4efb-4c03-8a78-83306c6d5ab6" providerId="AD" clId="Web-{966B42ED-76BF-B41D-63AE-1A31DB727F7F}" dt="2024-11-27T04:09:35.551" v="151" actId="20577"/>
          <ac:spMkLst>
            <pc:docMk/>
            <pc:sldMk cId="4223430007" sldId="265"/>
            <ac:spMk id="16" creationId="{9D819B13-7A74-4D66-BBD4-FC7C292B8544}"/>
          </ac:spMkLst>
        </pc:spChg>
        <pc:spChg chg="add del mod">
          <ac:chgData name="Laura E. Kirby" userId="S::lekirby@csustudent.net::b9d39d5f-4efb-4c03-8a78-83306c6d5ab6" providerId="AD" clId="Web-{966B42ED-76BF-B41D-63AE-1A31DB727F7F}" dt="2024-11-27T04:15:26.096" v="195" actId="14100"/>
          <ac:spMkLst>
            <pc:docMk/>
            <pc:sldMk cId="4223430007" sldId="265"/>
            <ac:spMk id="17" creationId="{E568A75F-EFA6-523B-6192-0A3898B7BD9A}"/>
          </ac:spMkLst>
        </pc:spChg>
        <pc:spChg chg="add del mod">
          <ac:chgData name="Laura E. Kirby" userId="S::lekirby@csustudent.net::b9d39d5f-4efb-4c03-8a78-83306c6d5ab6" providerId="AD" clId="Web-{966B42ED-76BF-B41D-63AE-1A31DB727F7F}" dt="2024-11-27T04:16:36.005" v="197"/>
          <ac:spMkLst>
            <pc:docMk/>
            <pc:sldMk cId="4223430007" sldId="265"/>
            <ac:spMk id="19" creationId="{C8AFB0BC-E173-7FD0-A57C-205BAFAFF2AC}"/>
          </ac:spMkLst>
        </pc:spChg>
        <pc:spChg chg="del mod">
          <ac:chgData name="Laura E. Kirby" userId="S::lekirby@csustudent.net::b9d39d5f-4efb-4c03-8a78-83306c6d5ab6" providerId="AD" clId="Web-{966B42ED-76BF-B41D-63AE-1A31DB727F7F}" dt="2024-11-27T04:12:13.073" v="153"/>
          <ac:spMkLst>
            <pc:docMk/>
            <pc:sldMk cId="4223430007" sldId="265"/>
            <ac:spMk id="47" creationId="{9C5A6699-1851-44A6-9BA8-A7363260905B}"/>
          </ac:spMkLst>
        </pc:spChg>
        <pc:spChg chg="mod">
          <ac:chgData name="Laura E. Kirby" userId="S::lekirby@csustudent.net::b9d39d5f-4efb-4c03-8a78-83306c6d5ab6" providerId="AD" clId="Web-{966B42ED-76BF-B41D-63AE-1A31DB727F7F}" dt="2024-11-27T04:12:38.027" v="163" actId="20577"/>
          <ac:spMkLst>
            <pc:docMk/>
            <pc:sldMk cId="4223430007" sldId="265"/>
            <ac:spMk id="48" creationId="{7BFFDA6C-D53B-44FD-87E5-9C72FAE40985}"/>
          </ac:spMkLst>
        </pc:spChg>
        <pc:spChg chg="del">
          <ac:chgData name="Laura E. Kirby" userId="S::lekirby@csustudent.net::b9d39d5f-4efb-4c03-8a78-83306c6d5ab6" providerId="AD" clId="Web-{966B42ED-76BF-B41D-63AE-1A31DB727F7F}" dt="2024-11-27T04:16:29.708" v="196"/>
          <ac:spMkLst>
            <pc:docMk/>
            <pc:sldMk cId="4223430007" sldId="265"/>
            <ac:spMk id="49" creationId="{5DD2DD05-250F-44B5-8E8E-7C1FDC9360D5}"/>
          </ac:spMkLst>
        </pc:spChg>
        <pc:spChg chg="mod">
          <ac:chgData name="Laura E. Kirby" userId="S::lekirby@csustudent.net::b9d39d5f-4efb-4c03-8a78-83306c6d5ab6" providerId="AD" clId="Web-{966B42ED-76BF-B41D-63AE-1A31DB727F7F}" dt="2024-11-27T04:38:42.960" v="830" actId="20577"/>
          <ac:spMkLst>
            <pc:docMk/>
            <pc:sldMk cId="4223430007" sldId="265"/>
            <ac:spMk id="50" creationId="{94F58DEC-39A6-43C5-B4FA-24D93AEBF1EE}"/>
          </ac:spMkLst>
        </pc:spChg>
        <pc:spChg chg="del">
          <ac:chgData name="Laura E. Kirby" userId="S::lekirby@csustudent.net::b9d39d5f-4efb-4c03-8a78-83306c6d5ab6" providerId="AD" clId="Web-{966B42ED-76BF-B41D-63AE-1A31DB727F7F}" dt="2024-11-27T04:14:25.266" v="181"/>
          <ac:spMkLst>
            <pc:docMk/>
            <pc:sldMk cId="4223430007" sldId="265"/>
            <ac:spMk id="51" creationId="{845A49F5-92D0-49F1-BA2B-AE16F684D7C0}"/>
          </ac:spMkLst>
        </pc:spChg>
        <pc:spChg chg="del">
          <ac:chgData name="Laura E. Kirby" userId="S::lekirby@csustudent.net::b9d39d5f-4efb-4c03-8a78-83306c6d5ab6" providerId="AD" clId="Web-{966B42ED-76BF-B41D-63AE-1A31DB727F7F}" dt="2024-11-27T04:14:25.031" v="180"/>
          <ac:spMkLst>
            <pc:docMk/>
            <pc:sldMk cId="4223430007" sldId="265"/>
            <ac:spMk id="52" creationId="{328C163D-AB24-436E-81B4-026AB928B2CC}"/>
          </ac:spMkLst>
        </pc:spChg>
        <pc:spChg chg="del">
          <ac:chgData name="Laura E. Kirby" userId="S::lekirby@csustudent.net::b9d39d5f-4efb-4c03-8a78-83306c6d5ab6" providerId="AD" clId="Web-{966B42ED-76BF-B41D-63AE-1A31DB727F7F}" dt="2024-11-27T04:13:32.342" v="164"/>
          <ac:spMkLst>
            <pc:docMk/>
            <pc:sldMk cId="4223430007" sldId="265"/>
            <ac:spMk id="53" creationId="{A88CE919-8BCA-4A21-836B-591CD2CAB9B5}"/>
          </ac:spMkLst>
        </pc:spChg>
        <pc:spChg chg="mod">
          <ac:chgData name="Laura E. Kirby" userId="S::lekirby@csustudent.net::b9d39d5f-4efb-4c03-8a78-83306c6d5ab6" providerId="AD" clId="Web-{966B42ED-76BF-B41D-63AE-1A31DB727F7F}" dt="2024-11-27T04:14:33.141" v="184" actId="1076"/>
          <ac:spMkLst>
            <pc:docMk/>
            <pc:sldMk cId="4223430007" sldId="265"/>
            <ac:spMk id="54" creationId="{689C4963-281E-43A5-B4B6-649CE13DE568}"/>
          </ac:spMkLst>
        </pc:spChg>
        <pc:spChg chg="del">
          <ac:chgData name="Laura E. Kirby" userId="S::lekirby@csustudent.net::b9d39d5f-4efb-4c03-8a78-83306c6d5ab6" providerId="AD" clId="Web-{966B42ED-76BF-B41D-63AE-1A31DB727F7F}" dt="2024-11-27T04:14:36.297" v="185"/>
          <ac:spMkLst>
            <pc:docMk/>
            <pc:sldMk cId="4223430007" sldId="265"/>
            <ac:spMk id="80" creationId="{EC96CDFD-2FE3-4F20-BC12-9659E3288A6F}"/>
          </ac:spMkLst>
        </pc:spChg>
        <pc:spChg chg="mod">
          <ac:chgData name="Laura E. Kirby" userId="S::lekirby@csustudent.net::b9d39d5f-4efb-4c03-8a78-83306c6d5ab6" providerId="AD" clId="Web-{966B42ED-76BF-B41D-63AE-1A31DB727F7F}" dt="2024-11-27T04:14:15.031" v="177" actId="20577"/>
          <ac:spMkLst>
            <pc:docMk/>
            <pc:sldMk cId="4223430007" sldId="265"/>
            <ac:spMk id="81" creationId="{11D25DA7-A8FF-4963-ADF1-4D6DFE4BE1B6}"/>
          </ac:spMkLst>
        </pc:spChg>
        <pc:spChg chg="mod">
          <ac:chgData name="Laura E. Kirby" userId="S::lekirby@csustudent.net::b9d39d5f-4efb-4c03-8a78-83306c6d5ab6" providerId="AD" clId="Web-{966B42ED-76BF-B41D-63AE-1A31DB727F7F}" dt="2024-11-27T04:14:18.328" v="178" actId="20577"/>
          <ac:spMkLst>
            <pc:docMk/>
            <pc:sldMk cId="4223430007" sldId="265"/>
            <ac:spMk id="82" creationId="{33ED7FFD-161A-404B-9C4A-C649608C833B}"/>
          </ac:spMkLst>
        </pc:spChg>
        <pc:spChg chg="mod">
          <ac:chgData name="Laura E. Kirby" userId="S::lekirby@csustudent.net::b9d39d5f-4efb-4c03-8a78-83306c6d5ab6" providerId="AD" clId="Web-{966B42ED-76BF-B41D-63AE-1A31DB727F7F}" dt="2024-11-27T04:17:20.350" v="213" actId="20577"/>
          <ac:spMkLst>
            <pc:docMk/>
            <pc:sldMk cId="4223430007" sldId="265"/>
            <ac:spMk id="96" creationId="{C04FF0B6-BBBC-42F6-A65B-1BF7AB76E868}"/>
          </ac:spMkLst>
        </pc:spChg>
      </pc:sldChg>
      <pc:sldChg chg="addSp delSp modSp ord modNotes">
        <pc:chgData name="Laura E. Kirby" userId="S::lekirby@csustudent.net::b9d39d5f-4efb-4c03-8a78-83306c6d5ab6" providerId="AD" clId="Web-{966B42ED-76BF-B41D-63AE-1A31DB727F7F}" dt="2024-11-27T04:39:13.477" v="835" actId="20577"/>
        <pc:sldMkLst>
          <pc:docMk/>
          <pc:sldMk cId="330088685" sldId="266"/>
        </pc:sldMkLst>
        <pc:spChg chg="del">
          <ac:chgData name="Laura E. Kirby" userId="S::lekirby@csustudent.net::b9d39d5f-4efb-4c03-8a78-83306c6d5ab6" providerId="AD" clId="Web-{966B42ED-76BF-B41D-63AE-1A31DB727F7F}" dt="2024-11-27T04:36:30.658" v="804"/>
          <ac:spMkLst>
            <pc:docMk/>
            <pc:sldMk cId="330088685" sldId="266"/>
            <ac:spMk id="3" creationId="{28BDE209-C6C2-47F7-90FF-57BA5CD558C1}"/>
          </ac:spMkLst>
        </pc:spChg>
        <pc:spChg chg="add del mod">
          <ac:chgData name="Laura E. Kirby" userId="S::lekirby@csustudent.net::b9d39d5f-4efb-4c03-8a78-83306c6d5ab6" providerId="AD" clId="Web-{966B42ED-76BF-B41D-63AE-1A31DB727F7F}" dt="2024-11-27T04:38:20.912" v="820"/>
          <ac:spMkLst>
            <pc:docMk/>
            <pc:sldMk cId="330088685" sldId="266"/>
            <ac:spMk id="3625" creationId="{9AD95BA4-4E10-5FE6-6640-4CF99C3F3EAC}"/>
          </ac:spMkLst>
        </pc:spChg>
        <pc:spChg chg="add mod">
          <ac:chgData name="Laura E. Kirby" userId="S::lekirby@csustudent.net::b9d39d5f-4efb-4c03-8a78-83306c6d5ab6" providerId="AD" clId="Web-{966B42ED-76BF-B41D-63AE-1A31DB727F7F}" dt="2024-11-27T04:39:13.477" v="835" actId="20577"/>
          <ac:spMkLst>
            <pc:docMk/>
            <pc:sldMk cId="330088685" sldId="266"/>
            <ac:spMk id="3626" creationId="{F82FC43B-7027-59C5-CC81-A8E1C58A1A20}"/>
          </ac:spMkLst>
        </pc:spChg>
        <pc:graphicFrameChg chg="modGraphic">
          <ac:chgData name="Laura E. Kirby" userId="S::lekirby@csustudent.net::b9d39d5f-4efb-4c03-8a78-83306c6d5ab6" providerId="AD" clId="Web-{966B42ED-76BF-B41D-63AE-1A31DB727F7F}" dt="2024-11-27T04:33:57.168" v="687" actId="20577"/>
          <ac:graphicFrameMkLst>
            <pc:docMk/>
            <pc:sldMk cId="330088685" sldId="266"/>
            <ac:graphicFrameMk id="20" creationId="{8975F31C-03AB-4E9E-A587-C62299315044}"/>
          </ac:graphicFrameMkLst>
        </pc:graphicFrameChg>
      </pc:sldChg>
      <pc:sldChg chg="addSp delSp modSp ord modNotes">
        <pc:chgData name="Laura E. Kirby" userId="S::lekirby@csustudent.net::b9d39d5f-4efb-4c03-8a78-83306c6d5ab6" providerId="AD" clId="Web-{966B42ED-76BF-B41D-63AE-1A31DB727F7F}" dt="2024-11-27T04:36:35.940" v="805"/>
        <pc:sldMkLst>
          <pc:docMk/>
          <pc:sldMk cId="2626334610" sldId="267"/>
        </pc:sldMkLst>
        <pc:spChg chg="del">
          <ac:chgData name="Laura E. Kirby" userId="S::lekirby@csustudent.net::b9d39d5f-4efb-4c03-8a78-83306c6d5ab6" providerId="AD" clId="Web-{966B42ED-76BF-B41D-63AE-1A31DB727F7F}" dt="2024-11-27T04:36:35.940" v="805"/>
          <ac:spMkLst>
            <pc:docMk/>
            <pc:sldMk cId="2626334610" sldId="267"/>
            <ac:spMk id="3" creationId="{0AE8AC66-7A3E-4F83-9C65-F437FD59AF94}"/>
          </ac:spMkLst>
        </pc:spChg>
        <pc:spChg chg="add del mod">
          <ac:chgData name="Laura E. Kirby" userId="S::lekirby@csustudent.net::b9d39d5f-4efb-4c03-8a78-83306c6d5ab6" providerId="AD" clId="Web-{966B42ED-76BF-B41D-63AE-1A31DB727F7F}" dt="2024-11-27T04:17:53.742" v="225"/>
          <ac:spMkLst>
            <pc:docMk/>
            <pc:sldMk cId="2626334610" sldId="267"/>
            <ac:spMk id="5" creationId="{62AACC11-39A7-AE79-30A5-897D8B08A953}"/>
          </ac:spMkLst>
        </pc:spChg>
        <pc:spChg chg="add del mod">
          <ac:chgData name="Laura E. Kirby" userId="S::lekirby@csustudent.net::b9d39d5f-4efb-4c03-8a78-83306c6d5ab6" providerId="AD" clId="Web-{966B42ED-76BF-B41D-63AE-1A31DB727F7F}" dt="2024-11-27T04:18:03.852" v="227"/>
          <ac:spMkLst>
            <pc:docMk/>
            <pc:sldMk cId="2626334610" sldId="267"/>
            <ac:spMk id="7" creationId="{502599EA-F309-108D-472E-644B9672C966}"/>
          </ac:spMkLst>
        </pc:spChg>
        <pc:spChg chg="mod">
          <ac:chgData name="Laura E. Kirby" userId="S::lekirby@csustudent.net::b9d39d5f-4efb-4c03-8a78-83306c6d5ab6" providerId="AD" clId="Web-{966B42ED-76BF-B41D-63AE-1A31DB727F7F}" dt="2024-11-27T04:19:27.152" v="273" actId="20577"/>
          <ac:spMkLst>
            <pc:docMk/>
            <pc:sldMk cId="2626334610" sldId="267"/>
            <ac:spMk id="8" creationId="{D9FC41A5-6D3B-4D54-8B6D-00B49FDE21BB}"/>
          </ac:spMkLst>
        </pc:spChg>
        <pc:spChg chg="del">
          <ac:chgData name="Laura E. Kirby" userId="S::lekirby@csustudent.net::b9d39d5f-4efb-4c03-8a78-83306c6d5ab6" providerId="AD" clId="Web-{966B42ED-76BF-B41D-63AE-1A31DB727F7F}" dt="2024-11-27T04:17:52.820" v="224"/>
          <ac:spMkLst>
            <pc:docMk/>
            <pc:sldMk cId="2626334610" sldId="267"/>
            <ac:spMk id="10" creationId="{A9B987E6-40EA-4DAD-817D-CF8573D44BC7}"/>
          </ac:spMkLst>
        </pc:spChg>
        <pc:spChg chg="mod">
          <ac:chgData name="Laura E. Kirby" userId="S::lekirby@csustudent.net::b9d39d5f-4efb-4c03-8a78-83306c6d5ab6" providerId="AD" clId="Web-{966B42ED-76BF-B41D-63AE-1A31DB727F7F}" dt="2024-11-27T04:29:39.268" v="470" actId="20577"/>
          <ac:spMkLst>
            <pc:docMk/>
            <pc:sldMk cId="2626334610" sldId="267"/>
            <ac:spMk id="11" creationId="{956112D0-BBBB-4761-B916-CEA43C08D470}"/>
          </ac:spMkLst>
        </pc:spChg>
        <pc:spChg chg="del">
          <ac:chgData name="Laura E. Kirby" userId="S::lekirby@csustudent.net::b9d39d5f-4efb-4c03-8a78-83306c6d5ab6" providerId="AD" clId="Web-{966B42ED-76BF-B41D-63AE-1A31DB727F7F}" dt="2024-11-27T04:17:56.774" v="226"/>
          <ac:spMkLst>
            <pc:docMk/>
            <pc:sldMk cId="2626334610" sldId="267"/>
            <ac:spMk id="12" creationId="{4B0C446C-77D9-4469-AAF2-69CF65C0BA19}"/>
          </ac:spMkLst>
        </pc:spChg>
        <pc:spChg chg="add mod">
          <ac:chgData name="Laura E. Kirby" userId="S::lekirby@csustudent.net::b9d39d5f-4efb-4c03-8a78-83306c6d5ab6" providerId="AD" clId="Web-{966B42ED-76BF-B41D-63AE-1A31DB727F7F}" dt="2024-11-27T04:25:53.963" v="438" actId="1076"/>
          <ac:spMkLst>
            <pc:docMk/>
            <pc:sldMk cId="2626334610" sldId="267"/>
            <ac:spMk id="13" creationId="{769F11A0-B10E-B264-8D3B-102584AAB4E5}"/>
          </ac:spMkLst>
        </pc:spChg>
        <pc:spChg chg="add mod">
          <ac:chgData name="Laura E. Kirby" userId="S::lekirby@csustudent.net::b9d39d5f-4efb-4c03-8a78-83306c6d5ab6" providerId="AD" clId="Web-{966B42ED-76BF-B41D-63AE-1A31DB727F7F}" dt="2024-11-27T04:29:43.143" v="473" actId="20577"/>
          <ac:spMkLst>
            <pc:docMk/>
            <pc:sldMk cId="2626334610" sldId="267"/>
            <ac:spMk id="14" creationId="{639B9F69-4108-3863-9AAD-E526251CE7FC}"/>
          </ac:spMkLst>
        </pc:spChg>
        <pc:spChg chg="mod">
          <ac:chgData name="Laura E. Kirby" userId="S::lekirby@csustudent.net::b9d39d5f-4efb-4c03-8a78-83306c6d5ab6" providerId="AD" clId="Web-{966B42ED-76BF-B41D-63AE-1A31DB727F7F}" dt="2024-11-27T04:07:48.781" v="126" actId="20577"/>
          <ac:spMkLst>
            <pc:docMk/>
            <pc:sldMk cId="2626334610" sldId="267"/>
            <ac:spMk id="33" creationId="{FF872A7D-E6CA-4BD5-B88B-0498D0B7515A}"/>
          </ac:spMkLst>
        </pc:spChg>
      </pc:sldChg>
      <pc:sldChg chg="add del replId">
        <pc:chgData name="Laura E. Kirby" userId="S::lekirby@csustudent.net::b9d39d5f-4efb-4c03-8a78-83306c6d5ab6" providerId="AD" clId="Web-{966B42ED-76BF-B41D-63AE-1A31DB727F7F}" dt="2024-11-27T04:56:16.811" v="1221"/>
        <pc:sldMkLst>
          <pc:docMk/>
          <pc:sldMk cId="3993073968" sldId="268"/>
        </pc:sldMkLst>
      </pc:sldChg>
      <pc:sldChg chg="del">
        <pc:chgData name="Laura E. Kirby" userId="S::lekirby@csustudent.net::b9d39d5f-4efb-4c03-8a78-83306c6d5ab6" providerId="AD" clId="Web-{966B42ED-76BF-B41D-63AE-1A31DB727F7F}" dt="2024-11-27T04:28:58.782" v="464"/>
        <pc:sldMkLst>
          <pc:docMk/>
          <pc:sldMk cId="4044148811" sldId="268"/>
        </pc:sldMkLst>
      </pc:sldChg>
      <pc:sldChg chg="addSp delSp modSp add replId modNotes">
        <pc:chgData name="Laura E. Kirby" userId="S::lekirby@csustudent.net::b9d39d5f-4efb-4c03-8a78-83306c6d5ab6" providerId="AD" clId="Web-{966B42ED-76BF-B41D-63AE-1A31DB727F7F}" dt="2024-11-27T05:43:30.144" v="1480"/>
        <pc:sldMkLst>
          <pc:docMk/>
          <pc:sldMk cId="10514975" sldId="269"/>
        </pc:sldMkLst>
        <pc:spChg chg="add mod">
          <ac:chgData name="Laura E. Kirby" userId="S::lekirby@csustudent.net::b9d39d5f-4efb-4c03-8a78-83306c6d5ab6" providerId="AD" clId="Web-{966B42ED-76BF-B41D-63AE-1A31DB727F7F}" dt="2024-11-27T04:57:40.408" v="1229" actId="20577"/>
          <ac:spMkLst>
            <pc:docMk/>
            <pc:sldMk cId="10514975" sldId="269"/>
            <ac:spMk id="3" creationId="{7B6960C6-832A-44D0-DDF3-12424FDFDDC4}"/>
          </ac:spMkLst>
        </pc:spChg>
        <pc:spChg chg="add mod">
          <ac:chgData name="Laura E. Kirby" userId="S::lekirby@csustudent.net::b9d39d5f-4efb-4c03-8a78-83306c6d5ab6" providerId="AD" clId="Web-{966B42ED-76BF-B41D-63AE-1A31DB727F7F}" dt="2024-11-27T05:43:06.613" v="1472" actId="14100"/>
          <ac:spMkLst>
            <pc:docMk/>
            <pc:sldMk cId="10514975" sldId="269"/>
            <ac:spMk id="5" creationId="{25FDFE67-C6BB-257D-490C-FA6FB9DC9384}"/>
          </ac:spMkLst>
        </pc:spChg>
        <pc:spChg chg="add del mod">
          <ac:chgData name="Laura E. Kirby" userId="S::lekirby@csustudent.net::b9d39d5f-4efb-4c03-8a78-83306c6d5ab6" providerId="AD" clId="Web-{966B42ED-76BF-B41D-63AE-1A31DB727F7F}" dt="2024-11-27T04:50:45.049" v="1128"/>
          <ac:spMkLst>
            <pc:docMk/>
            <pc:sldMk cId="10514975" sldId="269"/>
            <ac:spMk id="6" creationId="{1D94AE6A-3984-2274-9CDC-792B002A4665}"/>
          </ac:spMkLst>
        </pc:spChg>
        <pc:spChg chg="add del mod">
          <ac:chgData name="Laura E. Kirby" userId="S::lekirby@csustudent.net::b9d39d5f-4efb-4c03-8a78-83306c6d5ab6" providerId="AD" clId="Web-{966B42ED-76BF-B41D-63AE-1A31DB727F7F}" dt="2024-11-27T04:51:01.237" v="1131"/>
          <ac:spMkLst>
            <pc:docMk/>
            <pc:sldMk cId="10514975" sldId="269"/>
            <ac:spMk id="8" creationId="{AF94084A-5741-5C35-2320-35DD8DF8E33B}"/>
          </ac:spMkLst>
        </pc:spChg>
        <pc:spChg chg="add del mod">
          <ac:chgData name="Laura E. Kirby" userId="S::lekirby@csustudent.net::b9d39d5f-4efb-4c03-8a78-83306c6d5ab6" providerId="AD" clId="Web-{966B42ED-76BF-B41D-63AE-1A31DB727F7F}" dt="2024-11-27T04:51:14.722" v="1133"/>
          <ac:spMkLst>
            <pc:docMk/>
            <pc:sldMk cId="10514975" sldId="269"/>
            <ac:spMk id="10" creationId="{9245607A-8224-15D4-F009-6F5011286674}"/>
          </ac:spMkLst>
        </pc:spChg>
        <pc:spChg chg="add del mod">
          <ac:chgData name="Laura E. Kirby" userId="S::lekirby@csustudent.net::b9d39d5f-4efb-4c03-8a78-83306c6d5ab6" providerId="AD" clId="Web-{966B42ED-76BF-B41D-63AE-1A31DB727F7F}" dt="2024-11-27T04:53:31.368" v="1161"/>
          <ac:spMkLst>
            <pc:docMk/>
            <pc:sldMk cId="10514975" sldId="269"/>
            <ac:spMk id="12" creationId="{1BDC7479-DD77-CC75-8DA3-77E3F6FE04F6}"/>
          </ac:spMkLst>
        </pc:spChg>
        <pc:spChg chg="add mod">
          <ac:chgData name="Laura E. Kirby" userId="S::lekirby@csustudent.net::b9d39d5f-4efb-4c03-8a78-83306c6d5ab6" providerId="AD" clId="Web-{966B42ED-76BF-B41D-63AE-1A31DB727F7F}" dt="2024-11-27T05:42:27.393" v="1466" actId="20577"/>
          <ac:spMkLst>
            <pc:docMk/>
            <pc:sldMk cId="10514975" sldId="269"/>
            <ac:spMk id="14" creationId="{005F01FD-4B55-40B1-6505-DA664DCBBD6C}"/>
          </ac:spMkLst>
        </pc:spChg>
        <pc:spChg chg="del">
          <ac:chgData name="Laura E. Kirby" userId="S::lekirby@csustudent.net::b9d39d5f-4efb-4c03-8a78-83306c6d5ab6" providerId="AD" clId="Web-{966B42ED-76BF-B41D-63AE-1A31DB727F7F}" dt="2024-11-27T04:50:43.159" v="1127"/>
          <ac:spMkLst>
            <pc:docMk/>
            <pc:sldMk cId="10514975" sldId="269"/>
            <ac:spMk id="53" creationId="{E1558309-B7AA-4FDD-B88B-6D05CB8E092B}"/>
          </ac:spMkLst>
        </pc:spChg>
        <pc:spChg chg="mod">
          <ac:chgData name="Laura E. Kirby" userId="S::lekirby@csustudent.net::b9d39d5f-4efb-4c03-8a78-83306c6d5ab6" providerId="AD" clId="Web-{966B42ED-76BF-B41D-63AE-1A31DB727F7F}" dt="2024-11-27T05:42:52.847" v="1470" actId="20577"/>
          <ac:spMkLst>
            <pc:docMk/>
            <pc:sldMk cId="10514975" sldId="269"/>
            <ac:spMk id="54" creationId="{D8A8A927-ECB7-4124-BC5A-E06B39FD4875}"/>
          </ac:spMkLst>
        </pc:spChg>
        <pc:spChg chg="del">
          <ac:chgData name="Laura E. Kirby" userId="S::lekirby@csustudent.net::b9d39d5f-4efb-4c03-8a78-83306c6d5ab6" providerId="AD" clId="Web-{966B42ED-76BF-B41D-63AE-1A31DB727F7F}" dt="2024-11-27T04:50:58.768" v="1130"/>
          <ac:spMkLst>
            <pc:docMk/>
            <pc:sldMk cId="10514975" sldId="269"/>
            <ac:spMk id="59" creationId="{939A6BF4-0A24-440D-8488-B2CFF2CF3087}"/>
          </ac:spMkLst>
        </pc:spChg>
        <pc:spChg chg="mod">
          <ac:chgData name="Laura E. Kirby" userId="S::lekirby@csustudent.net::b9d39d5f-4efb-4c03-8a78-83306c6d5ab6" providerId="AD" clId="Web-{966B42ED-76BF-B41D-63AE-1A31DB727F7F}" dt="2024-11-27T05:42:47.691" v="1469" actId="1076"/>
          <ac:spMkLst>
            <pc:docMk/>
            <pc:sldMk cId="10514975" sldId="269"/>
            <ac:spMk id="60" creationId="{13DC7F21-85DF-455E-8D6B-FF4A5457DDBF}"/>
          </ac:spMkLst>
        </pc:spChg>
        <pc:spChg chg="del">
          <ac:chgData name="Laura E. Kirby" userId="S::lekirby@csustudent.net::b9d39d5f-4efb-4c03-8a78-83306c6d5ab6" providerId="AD" clId="Web-{966B42ED-76BF-B41D-63AE-1A31DB727F7F}" dt="2024-11-27T04:51:05.722" v="1132"/>
          <ac:spMkLst>
            <pc:docMk/>
            <pc:sldMk cId="10514975" sldId="269"/>
            <ac:spMk id="61" creationId="{49F8BBB3-F29A-4717-AFFE-198888F5A267}"/>
          </ac:spMkLst>
        </pc:spChg>
        <pc:spChg chg="del">
          <ac:chgData name="Laura E. Kirby" userId="S::lekirby@csustudent.net::b9d39d5f-4efb-4c03-8a78-83306c6d5ab6" providerId="AD" clId="Web-{966B42ED-76BF-B41D-63AE-1A31DB727F7F}" dt="2024-11-27T04:53:25.961" v="1160"/>
          <ac:spMkLst>
            <pc:docMk/>
            <pc:sldMk cId="10514975" sldId="269"/>
            <ac:spMk id="62" creationId="{7D66B6DB-A18A-4F22-A255-7576381C1DC3}"/>
          </ac:spMkLst>
        </pc:spChg>
      </pc:sldChg>
      <pc:sldChg chg="del">
        <pc:chgData name="Laura E. Kirby" userId="S::lekirby@csustudent.net::b9d39d5f-4efb-4c03-8a78-83306c6d5ab6" providerId="AD" clId="Web-{966B42ED-76BF-B41D-63AE-1A31DB727F7F}" dt="2024-11-27T04:29:04.439" v="466"/>
        <pc:sldMkLst>
          <pc:docMk/>
          <pc:sldMk cId="465445376" sldId="270"/>
        </pc:sldMkLst>
      </pc:sldChg>
      <pc:sldChg chg="addSp delSp modSp add ord replId modNotes">
        <pc:chgData name="Laura E. Kirby" userId="S::lekirby@csustudent.net::b9d39d5f-4efb-4c03-8a78-83306c6d5ab6" providerId="AD" clId="Web-{966B42ED-76BF-B41D-63AE-1A31DB727F7F}" dt="2024-11-27T05:45:37.381" v="1525" actId="1076"/>
        <pc:sldMkLst>
          <pc:docMk/>
          <pc:sldMk cId="3772906864" sldId="270"/>
        </pc:sldMkLst>
        <pc:spChg chg="mod">
          <ac:chgData name="Laura E. Kirby" userId="S::lekirby@csustudent.net::b9d39d5f-4efb-4c03-8a78-83306c6d5ab6" providerId="AD" clId="Web-{966B42ED-76BF-B41D-63AE-1A31DB727F7F}" dt="2024-11-27T05:37:34.841" v="1410" actId="1076"/>
          <ac:spMkLst>
            <pc:docMk/>
            <pc:sldMk cId="3772906864" sldId="270"/>
            <ac:spMk id="9" creationId="{429000D5-CFA0-AF01-736E-F6E096B20AD5}"/>
          </ac:spMkLst>
        </pc:spChg>
        <pc:spChg chg="add del mod">
          <ac:chgData name="Laura E. Kirby" userId="S::lekirby@csustudent.net::b9d39d5f-4efb-4c03-8a78-83306c6d5ab6" providerId="AD" clId="Web-{966B42ED-76BF-B41D-63AE-1A31DB727F7F}" dt="2024-11-27T05:38:34.201" v="1417" actId="20577"/>
          <ac:spMkLst>
            <pc:docMk/>
            <pc:sldMk cId="3772906864" sldId="270"/>
            <ac:spMk id="11" creationId="{6A33EE4B-8D83-ED72-FFEB-A96626F223AB}"/>
          </ac:spMkLst>
        </pc:spChg>
        <pc:spChg chg="mod">
          <ac:chgData name="Laura E. Kirby" userId="S::lekirby@csustudent.net::b9d39d5f-4efb-4c03-8a78-83306c6d5ab6" providerId="AD" clId="Web-{966B42ED-76BF-B41D-63AE-1A31DB727F7F}" dt="2024-11-27T04:58:17.957" v="1235" actId="1076"/>
          <ac:spMkLst>
            <pc:docMk/>
            <pc:sldMk cId="3772906864" sldId="270"/>
            <ac:spMk id="53" creationId="{E1558309-B7AA-4FDD-B88B-6D05CB8E092B}"/>
          </ac:spMkLst>
        </pc:spChg>
        <pc:spChg chg="mod">
          <ac:chgData name="Laura E. Kirby" userId="S::lekirby@csustudent.net::b9d39d5f-4efb-4c03-8a78-83306c6d5ab6" providerId="AD" clId="Web-{966B42ED-76BF-B41D-63AE-1A31DB727F7F}" dt="2024-11-27T05:45:28.350" v="1524" actId="1076"/>
          <ac:spMkLst>
            <pc:docMk/>
            <pc:sldMk cId="3772906864" sldId="270"/>
            <ac:spMk id="54" creationId="{D8A8A927-ECB7-4124-BC5A-E06B39FD4875}"/>
          </ac:spMkLst>
        </pc:spChg>
        <pc:spChg chg="mod">
          <ac:chgData name="Laura E. Kirby" userId="S::lekirby@csustudent.net::b9d39d5f-4efb-4c03-8a78-83306c6d5ab6" providerId="AD" clId="Web-{966B42ED-76BF-B41D-63AE-1A31DB727F7F}" dt="2024-11-27T05:38:01.263" v="1413" actId="1076"/>
          <ac:spMkLst>
            <pc:docMk/>
            <pc:sldMk cId="3772906864" sldId="270"/>
            <ac:spMk id="60" creationId="{13DC7F21-85DF-455E-8D6B-FF4A5457DDBF}"/>
          </ac:spMkLst>
        </pc:spChg>
        <pc:spChg chg="mod">
          <ac:chgData name="Laura E. Kirby" userId="S::lekirby@csustudent.net::b9d39d5f-4efb-4c03-8a78-83306c6d5ab6" providerId="AD" clId="Web-{966B42ED-76BF-B41D-63AE-1A31DB727F7F}" dt="2024-11-27T05:45:37.381" v="1525" actId="1076"/>
          <ac:spMkLst>
            <pc:docMk/>
            <pc:sldMk cId="3772906864" sldId="270"/>
            <ac:spMk id="62" creationId="{7D66B6DB-A18A-4F22-A255-7576381C1DC3}"/>
          </ac:spMkLst>
        </pc:spChg>
      </pc:sldChg>
      <pc:sldChg chg="delSp modSp add ord replId modNotes">
        <pc:chgData name="Laura E. Kirby" userId="S::lekirby@csustudent.net::b9d39d5f-4efb-4c03-8a78-83306c6d5ab6" providerId="AD" clId="Web-{966B42ED-76BF-B41D-63AE-1A31DB727F7F}" dt="2024-11-27T05:48:55.354" v="1689"/>
        <pc:sldMkLst>
          <pc:docMk/>
          <pc:sldMk cId="1371892229" sldId="271"/>
        </pc:sldMkLst>
        <pc:spChg chg="del">
          <ac:chgData name="Laura E. Kirby" userId="S::lekirby@csustudent.net::b9d39d5f-4efb-4c03-8a78-83306c6d5ab6" providerId="AD" clId="Web-{966B42ED-76BF-B41D-63AE-1A31DB727F7F}" dt="2024-11-27T05:44:41.380" v="1486"/>
          <ac:spMkLst>
            <pc:docMk/>
            <pc:sldMk cId="1371892229" sldId="271"/>
            <ac:spMk id="3" creationId="{7B6960C6-832A-44D0-DDF3-12424FDFDDC4}"/>
          </ac:spMkLst>
        </pc:spChg>
        <pc:spChg chg="mod">
          <ac:chgData name="Laura E. Kirby" userId="S::lekirby@csustudent.net::b9d39d5f-4efb-4c03-8a78-83306c6d5ab6" providerId="AD" clId="Web-{966B42ED-76BF-B41D-63AE-1A31DB727F7F}" dt="2024-11-27T05:47:29.790" v="1630" actId="20577"/>
          <ac:spMkLst>
            <pc:docMk/>
            <pc:sldMk cId="1371892229" sldId="271"/>
            <ac:spMk id="5" creationId="{25FDFE67-C6BB-257D-490C-FA6FB9DC9384}"/>
          </ac:spMkLst>
        </pc:spChg>
        <pc:spChg chg="del">
          <ac:chgData name="Laura E. Kirby" userId="S::lekirby@csustudent.net::b9d39d5f-4efb-4c03-8a78-83306c6d5ab6" providerId="AD" clId="Web-{966B42ED-76BF-B41D-63AE-1A31DB727F7F}" dt="2024-11-27T05:47:41.087" v="1631"/>
          <ac:spMkLst>
            <pc:docMk/>
            <pc:sldMk cId="1371892229" sldId="271"/>
            <ac:spMk id="14" creationId="{005F01FD-4B55-40B1-6505-DA664DCBBD6C}"/>
          </ac:spMkLst>
        </pc:spChg>
        <pc:spChg chg="mod">
          <ac:chgData name="Laura E. Kirby" userId="S::lekirby@csustudent.net::b9d39d5f-4efb-4c03-8a78-83306c6d5ab6" providerId="AD" clId="Web-{966B42ED-76BF-B41D-63AE-1A31DB727F7F}" dt="2024-11-27T05:46:04.991" v="1543" actId="20577"/>
          <ac:spMkLst>
            <pc:docMk/>
            <pc:sldMk cId="1371892229" sldId="271"/>
            <ac:spMk id="54" creationId="{D8A8A927-ECB7-4124-BC5A-E06B39FD4875}"/>
          </ac:spMkLst>
        </pc:spChg>
        <pc:spChg chg="mod">
          <ac:chgData name="Laura E. Kirby" userId="S::lekirby@csustudent.net::b9d39d5f-4efb-4c03-8a78-83306c6d5ab6" providerId="AD" clId="Web-{966B42ED-76BF-B41D-63AE-1A31DB727F7F}" dt="2024-11-27T05:46:47.445" v="1596" actId="20577"/>
          <ac:spMkLst>
            <pc:docMk/>
            <pc:sldMk cId="1371892229" sldId="271"/>
            <ac:spMk id="60" creationId="{13DC7F21-85DF-455E-8D6B-FF4A5457DDBF}"/>
          </ac:spMkLst>
        </pc:spChg>
        <pc:spChg chg="mod">
          <ac:chgData name="Laura E. Kirby" userId="S::lekirby@csustudent.net::b9d39d5f-4efb-4c03-8a78-83306c6d5ab6" providerId="AD" clId="Web-{966B42ED-76BF-B41D-63AE-1A31DB727F7F}" dt="2024-11-27T05:44:51.724" v="1503" actId="20577"/>
          <ac:spMkLst>
            <pc:docMk/>
            <pc:sldMk cId="1371892229" sldId="271"/>
            <ac:spMk id="141" creationId="{E594E37C-93FC-43FF-B313-BE92A41B8104}"/>
          </ac:spMkLst>
        </pc:spChg>
      </pc:sldChg>
      <pc:sldChg chg="add del replId">
        <pc:chgData name="Laura E. Kirby" userId="S::lekirby@csustudent.net::b9d39d5f-4efb-4c03-8a78-83306c6d5ab6" providerId="AD" clId="Web-{966B42ED-76BF-B41D-63AE-1A31DB727F7F}" dt="2024-11-27T05:44:34.661" v="1485"/>
        <pc:sldMkLst>
          <pc:docMk/>
          <pc:sldMk cId="2443529499" sldId="272"/>
        </pc:sldMkLst>
      </pc:sldChg>
      <pc:sldChg chg="modSp add replId modNotes">
        <pc:chgData name="Laura E. Kirby" userId="S::lekirby@csustudent.net::b9d39d5f-4efb-4c03-8a78-83306c6d5ab6" providerId="AD" clId="Web-{966B42ED-76BF-B41D-63AE-1A31DB727F7F}" dt="2024-11-27T05:53:38.796" v="1839"/>
        <pc:sldMkLst>
          <pc:docMk/>
          <pc:sldMk cId="2824869680" sldId="272"/>
        </pc:sldMkLst>
        <pc:spChg chg="mod">
          <ac:chgData name="Laura E. Kirby" userId="S::lekirby@csustudent.net::b9d39d5f-4efb-4c03-8a78-83306c6d5ab6" providerId="AD" clId="Web-{966B42ED-76BF-B41D-63AE-1A31DB727F7F}" dt="2024-11-27T05:52:23.795" v="1802" actId="20577"/>
          <ac:spMkLst>
            <pc:docMk/>
            <pc:sldMk cId="2824869680" sldId="272"/>
            <ac:spMk id="5" creationId="{25FDFE67-C6BB-257D-490C-FA6FB9DC9384}"/>
          </ac:spMkLst>
        </pc:spChg>
        <pc:spChg chg="mod">
          <ac:chgData name="Laura E. Kirby" userId="S::lekirby@csustudent.net::b9d39d5f-4efb-4c03-8a78-83306c6d5ab6" providerId="AD" clId="Web-{966B42ED-76BF-B41D-63AE-1A31DB727F7F}" dt="2024-11-27T05:50:15.824" v="1728" actId="20577"/>
          <ac:spMkLst>
            <pc:docMk/>
            <pc:sldMk cId="2824869680" sldId="272"/>
            <ac:spMk id="54" creationId="{D8A8A927-ECB7-4124-BC5A-E06B39FD4875}"/>
          </ac:spMkLst>
        </pc:spChg>
        <pc:spChg chg="mod">
          <ac:chgData name="Laura E. Kirby" userId="S::lekirby@csustudent.net::b9d39d5f-4efb-4c03-8a78-83306c6d5ab6" providerId="AD" clId="Web-{966B42ED-76BF-B41D-63AE-1A31DB727F7F}" dt="2024-11-27T05:51:17.934" v="1767" actId="20577"/>
          <ac:spMkLst>
            <pc:docMk/>
            <pc:sldMk cId="2824869680" sldId="272"/>
            <ac:spMk id="60" creationId="{13DC7F21-85DF-455E-8D6B-FF4A5457DDBF}"/>
          </ac:spMkLst>
        </pc:spChg>
        <pc:spChg chg="mod">
          <ac:chgData name="Laura E. Kirby" userId="S::lekirby@csustudent.net::b9d39d5f-4efb-4c03-8a78-83306c6d5ab6" providerId="AD" clId="Web-{966B42ED-76BF-B41D-63AE-1A31DB727F7F}" dt="2024-11-27T05:49:43.339" v="1701" actId="20577"/>
          <ac:spMkLst>
            <pc:docMk/>
            <pc:sldMk cId="2824869680" sldId="272"/>
            <ac:spMk id="141" creationId="{E594E37C-93FC-43FF-B313-BE92A41B8104}"/>
          </ac:spMkLst>
        </pc:spChg>
      </pc:sldChg>
      <pc:sldChg chg="del">
        <pc:chgData name="Laura E. Kirby" userId="S::lekirby@csustudent.net::b9d39d5f-4efb-4c03-8a78-83306c6d5ab6" providerId="AD" clId="Web-{966B42ED-76BF-B41D-63AE-1A31DB727F7F}" dt="2024-11-27T04:29:00.501" v="465"/>
        <pc:sldMkLst>
          <pc:docMk/>
          <pc:sldMk cId="2481771394" sldId="28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C0B14E-AEA6-48D3-A387-ED4A3A3BF840}" type="doc">
      <dgm:prSet loTypeId="urn:microsoft.com/office/officeart/2016/7/layout/AccentHomeChevronProcess" loCatId="process" qsTypeId="urn:microsoft.com/office/officeart/2005/8/quickstyle/simple1" qsCatId="simple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AACEAFD5-63CF-4AFC-B46F-BE086C5D447C}">
      <dgm:prSet phldrT="[Text]" phldr="0" custT="1"/>
      <dgm:spPr>
        <a:solidFill>
          <a:schemeClr val="accent5"/>
        </a:solidFill>
        <a:ln>
          <a:noFill/>
        </a:ln>
      </dgm:spPr>
      <dgm:t>
        <a:bodyPr/>
        <a:lstStyle/>
        <a:p>
          <a:pPr rtl="0"/>
          <a:r>
            <a:rPr lang="en-US" sz="1800" cap="all" spc="200" baseline="0" dirty="0">
              <a:solidFill>
                <a:schemeClr val="accent2">
                  <a:lumMod val="50000"/>
                </a:schemeClr>
              </a:solidFill>
              <a:latin typeface="+mj-lt"/>
            </a:rPr>
            <a:t>9 October, 2024</a:t>
          </a:r>
        </a:p>
      </dgm:t>
    </dgm:pt>
    <dgm:pt modelId="{7A0BD8EC-BB4A-4912-A54E-6F39B681264E}" type="parTrans" cxnId="{AE101ABC-7EA3-4444-A576-8AB15A371C84}">
      <dgm:prSet/>
      <dgm:spPr/>
      <dgm:t>
        <a:bodyPr/>
        <a:lstStyle/>
        <a:p>
          <a:endParaRPr lang="en-US"/>
        </a:p>
      </dgm:t>
    </dgm:pt>
    <dgm:pt modelId="{7A8D4B4D-06E9-4958-810D-A6226B6AC588}" type="sibTrans" cxnId="{AE101ABC-7EA3-4444-A576-8AB15A371C84}">
      <dgm:prSet/>
      <dgm:spPr/>
      <dgm:t>
        <a:bodyPr/>
        <a:lstStyle/>
        <a:p>
          <a:endParaRPr lang="en-US"/>
        </a:p>
      </dgm:t>
    </dgm:pt>
    <dgm:pt modelId="{349299C9-846E-4827-813A-349CCCE20782}">
      <dgm:prSet phldrT="[Text]" phldr="0" custT="1"/>
      <dgm:spPr/>
      <dgm:t>
        <a:bodyPr/>
        <a:lstStyle/>
        <a:p>
          <a:pPr rtl="0">
            <a:lnSpc>
              <a:spcPct val="125000"/>
            </a:lnSpc>
            <a:spcAft>
              <a:spcPts val="0"/>
            </a:spcAft>
          </a:pPr>
          <a:r>
            <a:rPr lang="en-US" sz="1600" dirty="0">
              <a:solidFill>
                <a:schemeClr val="bg1"/>
              </a:solidFill>
              <a:latin typeface="Franklin Gothic Demi Cond"/>
            </a:rPr>
            <a:t>Introduced to House of Representatives</a:t>
          </a:r>
          <a:endParaRPr lang="en-US" sz="1600" dirty="0">
            <a:solidFill>
              <a:schemeClr val="bg1"/>
            </a:solidFill>
          </a:endParaRPr>
        </a:p>
      </dgm:t>
    </dgm:pt>
    <dgm:pt modelId="{AEA27547-B9ED-4994-BD27-04EC297EF367}" type="parTrans" cxnId="{0EFA3039-6828-403C-9445-4359BA6645E6}">
      <dgm:prSet/>
      <dgm:spPr/>
      <dgm:t>
        <a:bodyPr/>
        <a:lstStyle/>
        <a:p>
          <a:endParaRPr lang="en-US"/>
        </a:p>
      </dgm:t>
    </dgm:pt>
    <dgm:pt modelId="{9D819F52-ACA0-4B08-8256-DF6BD8FA3A0B}" type="sibTrans" cxnId="{0EFA3039-6828-403C-9445-4359BA6645E6}">
      <dgm:prSet/>
      <dgm:spPr/>
      <dgm:t>
        <a:bodyPr/>
        <a:lstStyle/>
        <a:p>
          <a:endParaRPr lang="en-US"/>
        </a:p>
      </dgm:t>
    </dgm:pt>
    <dgm:pt modelId="{D07AD3FD-84FF-467E-9693-752776549C61}">
      <dgm:prSet phldrT="[Text]" custT="1"/>
      <dgm:spPr>
        <a:solidFill>
          <a:schemeClr val="accent5"/>
        </a:solidFill>
        <a:ln>
          <a:noFill/>
        </a:ln>
      </dgm:spPr>
      <dgm:t>
        <a:bodyPr/>
        <a:lstStyle/>
        <a:p>
          <a:pPr rtl="0"/>
          <a:r>
            <a:rPr lang="en-US" sz="1800" b="0" i="0" cap="all" spc="200" baseline="0" dirty="0">
              <a:solidFill>
                <a:schemeClr val="accent2">
                  <a:lumMod val="50000"/>
                </a:schemeClr>
              </a:solidFill>
              <a:latin typeface="+mj-lt"/>
            </a:rPr>
            <a:t> 19 November, 2024</a:t>
          </a:r>
          <a:endParaRPr lang="en-US" sz="1800" cap="all" spc="200" baseline="0" dirty="0">
            <a:solidFill>
              <a:schemeClr val="accent2">
                <a:lumMod val="50000"/>
              </a:schemeClr>
            </a:solidFill>
            <a:latin typeface="+mj-lt"/>
          </a:endParaRPr>
        </a:p>
      </dgm:t>
    </dgm:pt>
    <dgm:pt modelId="{7B691773-F524-4FAD-A272-BDF0B0C4370A}" type="parTrans" cxnId="{55492768-9A5E-4F74-AC7C-959C5C24EFD3}">
      <dgm:prSet/>
      <dgm:spPr/>
      <dgm:t>
        <a:bodyPr/>
        <a:lstStyle/>
        <a:p>
          <a:endParaRPr lang="en-US"/>
        </a:p>
      </dgm:t>
    </dgm:pt>
    <dgm:pt modelId="{A8C9B7A9-BC2A-4753-B7F0-F2E361D95520}" type="sibTrans" cxnId="{55492768-9A5E-4F74-AC7C-959C5C24EFD3}">
      <dgm:prSet/>
      <dgm:spPr/>
      <dgm:t>
        <a:bodyPr/>
        <a:lstStyle/>
        <a:p>
          <a:endParaRPr lang="en-US"/>
        </a:p>
      </dgm:t>
    </dgm:pt>
    <dgm:pt modelId="{5D70EFF5-8B31-4A1F-AE44-51E4CF0013EB}">
      <dgm:prSet phldrT="[Text]" custT="1"/>
      <dgm:spPr/>
      <dgm:t>
        <a:bodyPr/>
        <a:lstStyle/>
        <a:p>
          <a:pPr rtl="0">
            <a:lnSpc>
              <a:spcPct val="125000"/>
            </a:lnSpc>
            <a:spcAft>
              <a:spcPts val="0"/>
            </a:spcAft>
          </a:pPr>
          <a:r>
            <a:rPr lang="en-US" sz="1600" b="0" i="0" dirty="0">
              <a:solidFill>
                <a:schemeClr val="bg1"/>
              </a:solidFill>
              <a:latin typeface="Franklin Gothic Demi Cond"/>
            </a:rPr>
            <a:t>Amendments </a:t>
          </a:r>
          <a:r>
            <a:rPr lang="en-US" sz="1600" dirty="0">
              <a:solidFill>
                <a:schemeClr val="bg1"/>
              </a:solidFill>
              <a:latin typeface="Franklin Gothic Demi Cond"/>
            </a:rPr>
            <a:t>approved and passed</a:t>
          </a:r>
          <a:endParaRPr lang="en-US" sz="1600" dirty="0">
            <a:solidFill>
              <a:schemeClr val="bg1"/>
            </a:solidFill>
          </a:endParaRPr>
        </a:p>
      </dgm:t>
    </dgm:pt>
    <dgm:pt modelId="{96C720A0-FEEF-48D1-8DF6-ABA03C304822}" type="parTrans" cxnId="{E97FF64F-8020-497E-AE7D-2395DDA4560D}">
      <dgm:prSet/>
      <dgm:spPr/>
      <dgm:t>
        <a:bodyPr/>
        <a:lstStyle/>
        <a:p>
          <a:endParaRPr lang="en-US"/>
        </a:p>
      </dgm:t>
    </dgm:pt>
    <dgm:pt modelId="{B6A59CDE-18AD-4553-B6C5-FF001A8E8510}" type="sibTrans" cxnId="{E97FF64F-8020-497E-AE7D-2395DDA4560D}">
      <dgm:prSet/>
      <dgm:spPr/>
      <dgm:t>
        <a:bodyPr/>
        <a:lstStyle/>
        <a:p>
          <a:endParaRPr lang="en-US"/>
        </a:p>
      </dgm:t>
    </dgm:pt>
    <dgm:pt modelId="{D71FC021-6A65-44D1-95B9-0E6C89079866}">
      <dgm:prSet phldrT="[Text]" custT="1"/>
      <dgm:spPr>
        <a:solidFill>
          <a:schemeClr val="accent5"/>
        </a:solidFill>
        <a:ln>
          <a:noFill/>
        </a:ln>
      </dgm:spPr>
      <dgm:t>
        <a:bodyPr/>
        <a:lstStyle/>
        <a:p>
          <a:pPr rtl="0"/>
          <a:r>
            <a:rPr lang="en-US" sz="1800" b="0" i="0" cap="all" spc="200" baseline="0" dirty="0">
              <a:solidFill>
                <a:schemeClr val="accent2">
                  <a:lumMod val="50000"/>
                </a:schemeClr>
              </a:solidFill>
              <a:latin typeface="+mj-lt"/>
            </a:rPr>
            <a:t>20 November 2024</a:t>
          </a:r>
          <a:endParaRPr lang="en-US" sz="1800" cap="all" spc="200" baseline="0" dirty="0">
            <a:solidFill>
              <a:schemeClr val="accent2">
                <a:lumMod val="50000"/>
              </a:schemeClr>
            </a:solidFill>
            <a:latin typeface="+mj-lt"/>
          </a:endParaRPr>
        </a:p>
      </dgm:t>
    </dgm:pt>
    <dgm:pt modelId="{862AAE39-3AAD-40E3-BA20-90187BD73242}" type="parTrans" cxnId="{53239C96-427C-420B-95DC-546F3B30ED65}">
      <dgm:prSet/>
      <dgm:spPr/>
      <dgm:t>
        <a:bodyPr/>
        <a:lstStyle/>
        <a:p>
          <a:endParaRPr lang="en-US"/>
        </a:p>
      </dgm:t>
    </dgm:pt>
    <dgm:pt modelId="{9B090D9D-470E-46E2-AABB-0368A52481AA}" type="sibTrans" cxnId="{53239C96-427C-420B-95DC-546F3B30ED65}">
      <dgm:prSet/>
      <dgm:spPr/>
      <dgm:t>
        <a:bodyPr/>
        <a:lstStyle/>
        <a:p>
          <a:endParaRPr lang="en-US"/>
        </a:p>
      </dgm:t>
    </dgm:pt>
    <dgm:pt modelId="{4A6BB192-9983-4F48-BBC5-6E384EED7EC5}">
      <dgm:prSet phldrT="[Text]" custT="1"/>
      <dgm:spPr/>
      <dgm:t>
        <a:bodyPr/>
        <a:lstStyle/>
        <a:p>
          <a:pPr rtl="0">
            <a:lnSpc>
              <a:spcPct val="125000"/>
            </a:lnSpc>
            <a:spcAft>
              <a:spcPts val="0"/>
            </a:spcAft>
          </a:pPr>
          <a:r>
            <a:rPr lang="en-US" sz="1600" b="0" i="0" dirty="0">
              <a:solidFill>
                <a:schemeClr val="bg1"/>
              </a:solidFill>
              <a:latin typeface="Franklin Gothic Demi Cond"/>
            </a:rPr>
            <a:t>Third Reading </a:t>
          </a:r>
          <a:r>
            <a:rPr lang="en-US" sz="1600" dirty="0">
              <a:solidFill>
                <a:schemeClr val="bg1"/>
              </a:solidFill>
              <a:latin typeface="Franklin Gothic Demi Cond"/>
            </a:rPr>
            <a:t>passed</a:t>
          </a:r>
          <a:endParaRPr lang="en-US" sz="1600" dirty="0">
            <a:solidFill>
              <a:schemeClr val="bg1"/>
            </a:solidFill>
          </a:endParaRPr>
        </a:p>
      </dgm:t>
    </dgm:pt>
    <dgm:pt modelId="{230A6E4A-6CED-4DC0-AEFE-6859FE07B658}" type="parTrans" cxnId="{E3115EEA-DE9C-4F06-B8B3-BEB263D5F2B1}">
      <dgm:prSet/>
      <dgm:spPr/>
      <dgm:t>
        <a:bodyPr/>
        <a:lstStyle/>
        <a:p>
          <a:endParaRPr lang="en-US"/>
        </a:p>
      </dgm:t>
    </dgm:pt>
    <dgm:pt modelId="{0B568EC2-5D2A-4B00-8047-B7832F245B44}" type="sibTrans" cxnId="{E3115EEA-DE9C-4F06-B8B3-BEB263D5F2B1}">
      <dgm:prSet/>
      <dgm:spPr/>
      <dgm:t>
        <a:bodyPr/>
        <a:lstStyle/>
        <a:p>
          <a:endParaRPr lang="en-US"/>
        </a:p>
      </dgm:t>
    </dgm:pt>
    <dgm:pt modelId="{73D63227-5D82-4DD2-9C4F-69B7F1A16E88}">
      <dgm:prSet custT="1"/>
      <dgm:spPr>
        <a:solidFill>
          <a:schemeClr val="accent5"/>
        </a:solidFill>
        <a:ln>
          <a:noFill/>
        </a:ln>
      </dgm:spPr>
      <dgm:t>
        <a:bodyPr/>
        <a:lstStyle/>
        <a:p>
          <a:pPr rtl="0">
            <a:buFont typeface="Arial" panose="020B0604020202020204" pitchFamily="34" charset="0"/>
            <a:buChar char="•"/>
          </a:pPr>
          <a:r>
            <a:rPr lang="en-US" sz="1800" b="0" i="0" cap="all" spc="200" baseline="0" dirty="0">
              <a:solidFill>
                <a:schemeClr val="accent2">
                  <a:lumMod val="50000"/>
                </a:schemeClr>
              </a:solidFill>
              <a:latin typeface="+mj-lt"/>
            </a:rPr>
            <a:t>25 </a:t>
          </a:r>
          <a:r>
            <a:rPr lang="en-US" sz="1800" cap="all" spc="200" baseline="0" dirty="0">
              <a:solidFill>
                <a:schemeClr val="accent2">
                  <a:lumMod val="50000"/>
                </a:schemeClr>
              </a:solidFill>
              <a:latin typeface="+mj-lt"/>
            </a:rPr>
            <a:t>November, 2024</a:t>
          </a:r>
        </a:p>
      </dgm:t>
    </dgm:pt>
    <dgm:pt modelId="{72B572C7-8E4B-48B4-869B-54E9E6D5CE19}" type="parTrans" cxnId="{04297044-D0AB-41FF-8748-2DA93A524834}">
      <dgm:prSet/>
      <dgm:spPr/>
      <dgm:t>
        <a:bodyPr/>
        <a:lstStyle/>
        <a:p>
          <a:endParaRPr lang="en-US"/>
        </a:p>
      </dgm:t>
    </dgm:pt>
    <dgm:pt modelId="{89C96077-6AD4-449B-B0FD-AF7AD49219AF}" type="sibTrans" cxnId="{04297044-D0AB-41FF-8748-2DA93A524834}">
      <dgm:prSet/>
      <dgm:spPr/>
      <dgm:t>
        <a:bodyPr/>
        <a:lstStyle/>
        <a:p>
          <a:endParaRPr lang="en-US"/>
        </a:p>
      </dgm:t>
    </dgm:pt>
    <dgm:pt modelId="{B676DCFF-749E-4AAA-8345-257AB6F9BF96}">
      <dgm:prSet phldr="0" custT="1"/>
      <dgm:spPr>
        <a:solidFill>
          <a:schemeClr val="accent5"/>
        </a:solidFill>
        <a:ln>
          <a:noFill/>
        </a:ln>
      </dgm:spPr>
      <dgm:t>
        <a:bodyPr/>
        <a:lstStyle/>
        <a:p>
          <a:pPr rtl="0"/>
          <a:r>
            <a:rPr lang="en-US" sz="1800" cap="all" spc="200" baseline="0" dirty="0">
              <a:solidFill>
                <a:schemeClr val="accent2">
                  <a:lumMod val="50000"/>
                </a:schemeClr>
              </a:solidFill>
              <a:latin typeface="+mj-lt"/>
            </a:rPr>
            <a:t>25 November, 2024</a:t>
          </a:r>
        </a:p>
      </dgm:t>
    </dgm:pt>
    <dgm:pt modelId="{94D48300-B1AA-4D62-98B2-A82D7869D9E1}" type="parTrans" cxnId="{67EF80B4-B57B-4A0A-B20A-E49A0DC9FE14}">
      <dgm:prSet/>
      <dgm:spPr/>
      <dgm:t>
        <a:bodyPr/>
        <a:lstStyle/>
        <a:p>
          <a:endParaRPr lang="en-US"/>
        </a:p>
      </dgm:t>
    </dgm:pt>
    <dgm:pt modelId="{AA04686D-983C-465A-B5B1-35FA40576FD0}" type="sibTrans" cxnId="{67EF80B4-B57B-4A0A-B20A-E49A0DC9FE14}">
      <dgm:prSet/>
      <dgm:spPr/>
      <dgm:t>
        <a:bodyPr/>
        <a:lstStyle/>
        <a:p>
          <a:endParaRPr lang="en-US"/>
        </a:p>
      </dgm:t>
    </dgm:pt>
    <dgm:pt modelId="{E075B08E-42B3-4C92-9A26-136EB114E48D}">
      <dgm:prSet phldr="0" custT="1"/>
      <dgm:spPr/>
      <dgm:t>
        <a:bodyPr/>
        <a:lstStyle/>
        <a:p>
          <a:pPr rtl="0">
            <a:lnSpc>
              <a:spcPct val="125000"/>
            </a:lnSpc>
            <a:spcAft>
              <a:spcPts val="0"/>
            </a:spcAft>
          </a:pPr>
          <a:r>
            <a:rPr lang="en-US" sz="1600" dirty="0">
              <a:solidFill>
                <a:schemeClr val="bg1"/>
              </a:solidFill>
              <a:latin typeface="Franklin Gothic Demi Cond"/>
            </a:rPr>
            <a:t>Introduced into and passed the Senate</a:t>
          </a:r>
          <a:endParaRPr lang="en-US" sz="1600" dirty="0">
            <a:solidFill>
              <a:schemeClr val="bg1"/>
            </a:solidFill>
          </a:endParaRPr>
        </a:p>
      </dgm:t>
    </dgm:pt>
    <dgm:pt modelId="{85161936-98DA-46FE-BB9A-9DC10B7E9EA5}" type="parTrans" cxnId="{1F075E82-E355-4EAB-8F9A-807AE0F4E6BC}">
      <dgm:prSet/>
      <dgm:spPr/>
      <dgm:t>
        <a:bodyPr/>
        <a:lstStyle/>
        <a:p>
          <a:endParaRPr lang="en-US"/>
        </a:p>
      </dgm:t>
    </dgm:pt>
    <dgm:pt modelId="{B8D657C5-3194-4A0A-83DC-9B8C700F2BB6}" type="sibTrans" cxnId="{1F075E82-E355-4EAB-8F9A-807AE0F4E6BC}">
      <dgm:prSet/>
      <dgm:spPr/>
      <dgm:t>
        <a:bodyPr/>
        <a:lstStyle/>
        <a:p>
          <a:endParaRPr lang="en-US"/>
        </a:p>
      </dgm:t>
    </dgm:pt>
    <dgm:pt modelId="{08A18ED5-326E-4B99-AE9B-2AA6107E656B}">
      <dgm:prSet custT="1"/>
      <dgm:spPr/>
      <dgm:t>
        <a:bodyPr/>
        <a:lstStyle/>
        <a:p>
          <a:pPr rtl="0">
            <a:lnSpc>
              <a:spcPct val="125000"/>
            </a:lnSpc>
            <a:spcAft>
              <a:spcPts val="0"/>
            </a:spcAft>
          </a:pPr>
          <a:r>
            <a:rPr lang="en-US" sz="1600" b="0" i="0" dirty="0">
              <a:solidFill>
                <a:schemeClr val="bg1"/>
              </a:solidFill>
              <a:latin typeface="Franklin Gothic Demi Cond"/>
            </a:rPr>
            <a:t>Approved by </a:t>
          </a:r>
          <a:r>
            <a:rPr lang="en-US" sz="1600" dirty="0">
              <a:solidFill>
                <a:schemeClr val="bg1"/>
              </a:solidFill>
              <a:latin typeface="Franklin Gothic Demi Cond"/>
            </a:rPr>
            <a:t>both houses and passed into law</a:t>
          </a:r>
          <a:endParaRPr lang="en-US" sz="1600" dirty="0">
            <a:solidFill>
              <a:schemeClr val="bg1"/>
            </a:solidFill>
          </a:endParaRPr>
        </a:p>
      </dgm:t>
    </dgm:pt>
    <dgm:pt modelId="{F3CD4FF6-8442-4A5F-8574-76B3D75F243A}" type="parTrans" cxnId="{B4F59136-A2D3-4666-93F2-852F92DE8380}">
      <dgm:prSet/>
      <dgm:spPr/>
      <dgm:t>
        <a:bodyPr/>
        <a:lstStyle/>
        <a:p>
          <a:endParaRPr lang="en-US"/>
        </a:p>
      </dgm:t>
    </dgm:pt>
    <dgm:pt modelId="{CD3A4FC0-AEAE-4660-8E5B-73948508FED8}" type="sibTrans" cxnId="{B4F59136-A2D3-4666-93F2-852F92DE8380}">
      <dgm:prSet/>
      <dgm:spPr/>
      <dgm:t>
        <a:bodyPr/>
        <a:lstStyle/>
        <a:p>
          <a:endParaRPr lang="en-US"/>
        </a:p>
      </dgm:t>
    </dgm:pt>
    <dgm:pt modelId="{594BF422-752C-42F3-A230-3D0E6AE9A886}" type="pres">
      <dgm:prSet presAssocID="{55C0B14E-AEA6-48D3-A387-ED4A3A3BF840}" presName="Name0" presStyleCnt="0">
        <dgm:presLayoutVars>
          <dgm:animLvl val="lvl"/>
          <dgm:resizeHandles val="exact"/>
        </dgm:presLayoutVars>
      </dgm:prSet>
      <dgm:spPr/>
    </dgm:pt>
    <dgm:pt modelId="{F6A1B9E0-4B4A-47A4-A011-67526CEEA770}" type="pres">
      <dgm:prSet presAssocID="{AACEAFD5-63CF-4AFC-B46F-BE086C5D447C}" presName="composite" presStyleCnt="0"/>
      <dgm:spPr/>
    </dgm:pt>
    <dgm:pt modelId="{FA4E6E73-A3C8-4495-927B-8AADA5A74297}" type="pres">
      <dgm:prSet presAssocID="{AACEAFD5-63CF-4AFC-B46F-BE086C5D447C}" presName="L" presStyleLbl="solidFgAcc1" presStyleIdx="0" presStyleCnt="5">
        <dgm:presLayoutVars>
          <dgm:chMax val="0"/>
          <dgm:chPref val="0"/>
        </dgm:presLayoutVars>
      </dgm:prSet>
      <dgm:spPr/>
    </dgm:pt>
    <dgm:pt modelId="{CA3A6A4E-2D39-41D2-A6B1-B590D0C452D2}" type="pres">
      <dgm:prSet presAssocID="{AACEAFD5-63CF-4AFC-B46F-BE086C5D447C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810D7AA7-A541-4507-BE7F-36CCF210089F}" type="pres">
      <dgm:prSet presAssocID="{AACEAFD5-63CF-4AFC-B46F-BE086C5D447C}" presName="desTx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4F7CDD44-32F1-4759-861F-8DABEBBA8D89}" type="pres">
      <dgm:prSet presAssocID="{AACEAFD5-63CF-4AFC-B46F-BE086C5D447C}" presName="EmptyPlaceHolder" presStyleCnt="0"/>
      <dgm:spPr/>
    </dgm:pt>
    <dgm:pt modelId="{C9A9B9EA-6A1D-4A13-9C7F-C112F25D2888}" type="pres">
      <dgm:prSet presAssocID="{7A8D4B4D-06E9-4958-810D-A6226B6AC588}" presName="space" presStyleCnt="0"/>
      <dgm:spPr/>
    </dgm:pt>
    <dgm:pt modelId="{EC37843F-14A6-4E20-B7AE-2B086A8F5F45}" type="pres">
      <dgm:prSet presAssocID="{D07AD3FD-84FF-467E-9693-752776549C61}" presName="composite" presStyleCnt="0"/>
      <dgm:spPr/>
    </dgm:pt>
    <dgm:pt modelId="{E41E7729-FD3F-426D-804C-45BD60BD762D}" type="pres">
      <dgm:prSet presAssocID="{D07AD3FD-84FF-467E-9693-752776549C61}" presName="L" presStyleLbl="solidFgAcc1" presStyleIdx="1" presStyleCnt="5">
        <dgm:presLayoutVars>
          <dgm:chMax val="0"/>
          <dgm:chPref val="0"/>
        </dgm:presLayoutVars>
      </dgm:prSet>
      <dgm:spPr/>
    </dgm:pt>
    <dgm:pt modelId="{6C46E586-0364-4C52-98F9-74A7ACD803D1}" type="pres">
      <dgm:prSet presAssocID="{D07AD3FD-84FF-467E-9693-752776549C61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5E07F9E4-149C-4A89-848F-4ABDD305F0C5}" type="pres">
      <dgm:prSet presAssocID="{D07AD3FD-84FF-467E-9693-752776549C61}" presName="desTx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2928FCAD-BE3F-45AC-93A5-FD98F8A50E00}" type="pres">
      <dgm:prSet presAssocID="{D07AD3FD-84FF-467E-9693-752776549C61}" presName="EmptyPlaceHolder" presStyleCnt="0"/>
      <dgm:spPr/>
    </dgm:pt>
    <dgm:pt modelId="{C2DF8D93-19C7-4E07-BCAF-9FAAB62C8CF2}" type="pres">
      <dgm:prSet presAssocID="{A8C9B7A9-BC2A-4753-B7F0-F2E361D95520}" presName="space" presStyleCnt="0"/>
      <dgm:spPr/>
    </dgm:pt>
    <dgm:pt modelId="{86E313B1-36D3-44D7-907E-22A08CB8E9CC}" type="pres">
      <dgm:prSet presAssocID="{D71FC021-6A65-44D1-95B9-0E6C89079866}" presName="composite" presStyleCnt="0"/>
      <dgm:spPr/>
    </dgm:pt>
    <dgm:pt modelId="{473F2067-7126-4D56-A328-5A8CFD3D8D52}" type="pres">
      <dgm:prSet presAssocID="{D71FC021-6A65-44D1-95B9-0E6C89079866}" presName="L" presStyleLbl="solidFgAcc1" presStyleIdx="2" presStyleCnt="5">
        <dgm:presLayoutVars>
          <dgm:chMax val="0"/>
          <dgm:chPref val="0"/>
        </dgm:presLayoutVars>
      </dgm:prSet>
      <dgm:spPr/>
    </dgm:pt>
    <dgm:pt modelId="{7A0B5EFC-88FB-4ED5-994F-D5F6584C2293}" type="pres">
      <dgm:prSet presAssocID="{D71FC021-6A65-44D1-95B9-0E6C89079866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FD7B29F2-0D66-4B4B-BC8A-82DA23575305}" type="pres">
      <dgm:prSet presAssocID="{D71FC021-6A65-44D1-95B9-0E6C89079866}" presName="desTx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BABAA172-7B81-4C6B-BCF2-4572322515C5}" type="pres">
      <dgm:prSet presAssocID="{D71FC021-6A65-44D1-95B9-0E6C89079866}" presName="EmptyPlaceHolder" presStyleCnt="0"/>
      <dgm:spPr/>
    </dgm:pt>
    <dgm:pt modelId="{9B430585-A33C-48BC-927A-F5975DA99FE9}" type="pres">
      <dgm:prSet presAssocID="{9B090D9D-470E-46E2-AABB-0368A52481AA}" presName="space" presStyleCnt="0"/>
      <dgm:spPr/>
    </dgm:pt>
    <dgm:pt modelId="{F553A929-6D6B-4648-9E0A-4676637D5878}" type="pres">
      <dgm:prSet presAssocID="{73D63227-5D82-4DD2-9C4F-69B7F1A16E88}" presName="composite" presStyleCnt="0"/>
      <dgm:spPr/>
    </dgm:pt>
    <dgm:pt modelId="{867247C7-675B-475B-B197-D1F36C803805}" type="pres">
      <dgm:prSet presAssocID="{73D63227-5D82-4DD2-9C4F-69B7F1A16E88}" presName="L" presStyleLbl="solidFgAcc1" presStyleIdx="3" presStyleCnt="5">
        <dgm:presLayoutVars>
          <dgm:chMax val="0"/>
          <dgm:chPref val="0"/>
        </dgm:presLayoutVars>
      </dgm:prSet>
      <dgm:spPr/>
    </dgm:pt>
    <dgm:pt modelId="{7446AE26-64EA-49D6-8E58-02C11EFB9FB9}" type="pres">
      <dgm:prSet presAssocID="{73D63227-5D82-4DD2-9C4F-69B7F1A16E88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BBC1FACD-D752-4E1B-BCF3-249E980F80C6}" type="pres">
      <dgm:prSet presAssocID="{73D63227-5D82-4DD2-9C4F-69B7F1A16E88}" presName="desTx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2300D505-2807-452D-8B87-CC893A0AD4C6}" type="pres">
      <dgm:prSet presAssocID="{73D63227-5D82-4DD2-9C4F-69B7F1A16E88}" presName="EmptyPlaceHolder" presStyleCnt="0"/>
      <dgm:spPr/>
    </dgm:pt>
    <dgm:pt modelId="{E43A384A-738C-48DC-ABBA-E9CEF1C3134F}" type="pres">
      <dgm:prSet presAssocID="{89C96077-6AD4-449B-B0FD-AF7AD49219AF}" presName="space" presStyleCnt="0"/>
      <dgm:spPr/>
    </dgm:pt>
    <dgm:pt modelId="{201F7223-C0B2-4D0A-B201-9959F2D8F3F8}" type="pres">
      <dgm:prSet presAssocID="{B676DCFF-749E-4AAA-8345-257AB6F9BF96}" presName="composite" presStyleCnt="0"/>
      <dgm:spPr/>
    </dgm:pt>
    <dgm:pt modelId="{BC6B70BB-0DB1-43FE-AD96-2BCE8F8B8259}" type="pres">
      <dgm:prSet presAssocID="{B676DCFF-749E-4AAA-8345-257AB6F9BF96}" presName="L" presStyleLbl="solidFgAcc1" presStyleIdx="4" presStyleCnt="5">
        <dgm:presLayoutVars>
          <dgm:chMax val="0"/>
          <dgm:chPref val="0"/>
        </dgm:presLayoutVars>
      </dgm:prSet>
      <dgm:spPr/>
    </dgm:pt>
    <dgm:pt modelId="{AE404003-22FB-4F68-AF6B-EF354B112AF2}" type="pres">
      <dgm:prSet presAssocID="{B676DCFF-749E-4AAA-8345-257AB6F9BF96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2A14C8C8-7A8E-4776-AD4D-7003CC7FEBF2}" type="pres">
      <dgm:prSet presAssocID="{B676DCFF-749E-4AAA-8345-257AB6F9BF96}" presName="desTx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8CDAC814-83A8-4CDE-9B01-E851DE18D265}" type="pres">
      <dgm:prSet presAssocID="{B676DCFF-749E-4AAA-8345-257AB6F9BF96}" presName="EmptyPlaceHolder" presStyleCnt="0"/>
      <dgm:spPr/>
    </dgm:pt>
  </dgm:ptLst>
  <dgm:cxnLst>
    <dgm:cxn modelId="{E7A8BE30-09C2-4257-A490-BAE80A31BB9B}" type="presOf" srcId="{73D63227-5D82-4DD2-9C4F-69B7F1A16E88}" destId="{7446AE26-64EA-49D6-8E58-02C11EFB9FB9}" srcOrd="0" destOrd="0" presId="urn:microsoft.com/office/officeart/2016/7/layout/AccentHomeChevronProcess"/>
    <dgm:cxn modelId="{B4F59136-A2D3-4666-93F2-852F92DE8380}" srcId="{B676DCFF-749E-4AAA-8345-257AB6F9BF96}" destId="{08A18ED5-326E-4B99-AE9B-2AA6107E656B}" srcOrd="0" destOrd="0" parTransId="{F3CD4FF6-8442-4A5F-8574-76B3D75F243A}" sibTransId="{CD3A4FC0-AEAE-4660-8E5B-73948508FED8}"/>
    <dgm:cxn modelId="{0EFA3039-6828-403C-9445-4359BA6645E6}" srcId="{AACEAFD5-63CF-4AFC-B46F-BE086C5D447C}" destId="{349299C9-846E-4827-813A-349CCCE20782}" srcOrd="0" destOrd="0" parTransId="{AEA27547-B9ED-4994-BD27-04EC297EF367}" sibTransId="{9D819F52-ACA0-4B08-8256-DF6BD8FA3A0B}"/>
    <dgm:cxn modelId="{52EC7D5D-8F12-4DC6-BD8D-5C0E0FD462B8}" type="presOf" srcId="{08A18ED5-326E-4B99-AE9B-2AA6107E656B}" destId="{2A14C8C8-7A8E-4776-AD4D-7003CC7FEBF2}" srcOrd="0" destOrd="0" presId="urn:microsoft.com/office/officeart/2016/7/layout/AccentHomeChevronProcess"/>
    <dgm:cxn modelId="{04297044-D0AB-41FF-8748-2DA93A524834}" srcId="{55C0B14E-AEA6-48D3-A387-ED4A3A3BF840}" destId="{73D63227-5D82-4DD2-9C4F-69B7F1A16E88}" srcOrd="3" destOrd="0" parTransId="{72B572C7-8E4B-48B4-869B-54E9E6D5CE19}" sibTransId="{89C96077-6AD4-449B-B0FD-AF7AD49219AF}"/>
    <dgm:cxn modelId="{D1C60066-0A10-4AB4-8775-A74E4C2259D8}" type="presOf" srcId="{AACEAFD5-63CF-4AFC-B46F-BE086C5D447C}" destId="{CA3A6A4E-2D39-41D2-A6B1-B590D0C452D2}" srcOrd="0" destOrd="0" presId="urn:microsoft.com/office/officeart/2016/7/layout/AccentHomeChevronProcess"/>
    <dgm:cxn modelId="{55492768-9A5E-4F74-AC7C-959C5C24EFD3}" srcId="{55C0B14E-AEA6-48D3-A387-ED4A3A3BF840}" destId="{D07AD3FD-84FF-467E-9693-752776549C61}" srcOrd="1" destOrd="0" parTransId="{7B691773-F524-4FAD-A272-BDF0B0C4370A}" sibTransId="{A8C9B7A9-BC2A-4753-B7F0-F2E361D95520}"/>
    <dgm:cxn modelId="{0FBE204E-E02E-4D26-8909-B628BEBF5B60}" type="presOf" srcId="{D71FC021-6A65-44D1-95B9-0E6C89079866}" destId="{7A0B5EFC-88FB-4ED5-994F-D5F6584C2293}" srcOrd="0" destOrd="0" presId="urn:microsoft.com/office/officeart/2016/7/layout/AccentHomeChevronProcess"/>
    <dgm:cxn modelId="{E97FF64F-8020-497E-AE7D-2395DDA4560D}" srcId="{D07AD3FD-84FF-467E-9693-752776549C61}" destId="{5D70EFF5-8B31-4A1F-AE44-51E4CF0013EB}" srcOrd="0" destOrd="0" parTransId="{96C720A0-FEEF-48D1-8DF6-ABA03C304822}" sibTransId="{B6A59CDE-18AD-4553-B6C5-FF001A8E8510}"/>
    <dgm:cxn modelId="{219EA357-E48B-4A91-91A7-8282DFF10601}" type="presOf" srcId="{55C0B14E-AEA6-48D3-A387-ED4A3A3BF840}" destId="{594BF422-752C-42F3-A230-3D0E6AE9A886}" srcOrd="0" destOrd="0" presId="urn:microsoft.com/office/officeart/2016/7/layout/AccentHomeChevronProcess"/>
    <dgm:cxn modelId="{1F075E82-E355-4EAB-8F9A-807AE0F4E6BC}" srcId="{73D63227-5D82-4DD2-9C4F-69B7F1A16E88}" destId="{E075B08E-42B3-4C92-9A26-136EB114E48D}" srcOrd="0" destOrd="0" parTransId="{85161936-98DA-46FE-BB9A-9DC10B7E9EA5}" sibTransId="{B8D657C5-3194-4A0A-83DC-9B8C700F2BB6}"/>
    <dgm:cxn modelId="{D1287988-07A9-4B58-B1B2-0BE9FD214947}" type="presOf" srcId="{B676DCFF-749E-4AAA-8345-257AB6F9BF96}" destId="{AE404003-22FB-4F68-AF6B-EF354B112AF2}" srcOrd="0" destOrd="0" presId="urn:microsoft.com/office/officeart/2016/7/layout/AccentHomeChevronProcess"/>
    <dgm:cxn modelId="{53239C96-427C-420B-95DC-546F3B30ED65}" srcId="{55C0B14E-AEA6-48D3-A387-ED4A3A3BF840}" destId="{D71FC021-6A65-44D1-95B9-0E6C89079866}" srcOrd="2" destOrd="0" parTransId="{862AAE39-3AAD-40E3-BA20-90187BD73242}" sibTransId="{9B090D9D-470E-46E2-AABB-0368A52481AA}"/>
    <dgm:cxn modelId="{C8276E9E-D95F-4CDA-9280-E2463B22C73E}" type="presOf" srcId="{E075B08E-42B3-4C92-9A26-136EB114E48D}" destId="{BBC1FACD-D752-4E1B-BCF3-249E980F80C6}" srcOrd="0" destOrd="0" presId="urn:microsoft.com/office/officeart/2016/7/layout/AccentHomeChevronProcess"/>
    <dgm:cxn modelId="{605588A0-6836-4193-8AEC-CF753DB51B3B}" type="presOf" srcId="{4A6BB192-9983-4F48-BBC5-6E384EED7EC5}" destId="{FD7B29F2-0D66-4B4B-BC8A-82DA23575305}" srcOrd="0" destOrd="0" presId="urn:microsoft.com/office/officeart/2016/7/layout/AccentHomeChevronProcess"/>
    <dgm:cxn modelId="{A5E428A3-17E0-4D1E-B760-8C0D60E2F876}" type="presOf" srcId="{5D70EFF5-8B31-4A1F-AE44-51E4CF0013EB}" destId="{5E07F9E4-149C-4A89-848F-4ABDD305F0C5}" srcOrd="0" destOrd="0" presId="urn:microsoft.com/office/officeart/2016/7/layout/AccentHomeChevronProcess"/>
    <dgm:cxn modelId="{67EF80B4-B57B-4A0A-B20A-E49A0DC9FE14}" srcId="{55C0B14E-AEA6-48D3-A387-ED4A3A3BF840}" destId="{B676DCFF-749E-4AAA-8345-257AB6F9BF96}" srcOrd="4" destOrd="0" parTransId="{94D48300-B1AA-4D62-98B2-A82D7869D9E1}" sibTransId="{AA04686D-983C-465A-B5B1-35FA40576FD0}"/>
    <dgm:cxn modelId="{AE101ABC-7EA3-4444-A576-8AB15A371C84}" srcId="{55C0B14E-AEA6-48D3-A387-ED4A3A3BF840}" destId="{AACEAFD5-63CF-4AFC-B46F-BE086C5D447C}" srcOrd="0" destOrd="0" parTransId="{7A0BD8EC-BB4A-4912-A54E-6F39B681264E}" sibTransId="{7A8D4B4D-06E9-4958-810D-A6226B6AC588}"/>
    <dgm:cxn modelId="{E3115EEA-DE9C-4F06-B8B3-BEB263D5F2B1}" srcId="{D71FC021-6A65-44D1-95B9-0E6C89079866}" destId="{4A6BB192-9983-4F48-BBC5-6E384EED7EC5}" srcOrd="0" destOrd="0" parTransId="{230A6E4A-6CED-4DC0-AEFE-6859FE07B658}" sibTransId="{0B568EC2-5D2A-4B00-8047-B7832F245B44}"/>
    <dgm:cxn modelId="{6E58CDED-3307-4834-9759-7991B73B5A9E}" type="presOf" srcId="{349299C9-846E-4827-813A-349CCCE20782}" destId="{810D7AA7-A541-4507-BE7F-36CCF210089F}" srcOrd="0" destOrd="0" presId="urn:microsoft.com/office/officeart/2016/7/layout/AccentHomeChevronProcess"/>
    <dgm:cxn modelId="{CC8ACDEF-31CA-46D7-B542-3A0CF4D4A061}" type="presOf" srcId="{D07AD3FD-84FF-467E-9693-752776549C61}" destId="{6C46E586-0364-4C52-98F9-74A7ACD803D1}" srcOrd="0" destOrd="0" presId="urn:microsoft.com/office/officeart/2016/7/layout/AccentHomeChevronProcess"/>
    <dgm:cxn modelId="{F46073E7-3D1E-42C4-814C-F4857B1EEC04}" type="presParOf" srcId="{594BF422-752C-42F3-A230-3D0E6AE9A886}" destId="{F6A1B9E0-4B4A-47A4-A011-67526CEEA770}" srcOrd="0" destOrd="0" presId="urn:microsoft.com/office/officeart/2016/7/layout/AccentHomeChevronProcess"/>
    <dgm:cxn modelId="{663CD2D6-97BE-492C-A1C9-3CD6E05EC46A}" type="presParOf" srcId="{F6A1B9E0-4B4A-47A4-A011-67526CEEA770}" destId="{FA4E6E73-A3C8-4495-927B-8AADA5A74297}" srcOrd="0" destOrd="0" presId="urn:microsoft.com/office/officeart/2016/7/layout/AccentHomeChevronProcess"/>
    <dgm:cxn modelId="{0913A9BD-EED8-42A3-AE3C-00E7225C3A0C}" type="presParOf" srcId="{F6A1B9E0-4B4A-47A4-A011-67526CEEA770}" destId="{CA3A6A4E-2D39-41D2-A6B1-B590D0C452D2}" srcOrd="1" destOrd="0" presId="urn:microsoft.com/office/officeart/2016/7/layout/AccentHomeChevronProcess"/>
    <dgm:cxn modelId="{8C459DE0-FBAB-435C-972A-12E9B13E453E}" type="presParOf" srcId="{F6A1B9E0-4B4A-47A4-A011-67526CEEA770}" destId="{810D7AA7-A541-4507-BE7F-36CCF210089F}" srcOrd="2" destOrd="0" presId="urn:microsoft.com/office/officeart/2016/7/layout/AccentHomeChevronProcess"/>
    <dgm:cxn modelId="{EEACF3D5-6F4A-48FC-A1AF-3BED55353CA8}" type="presParOf" srcId="{F6A1B9E0-4B4A-47A4-A011-67526CEEA770}" destId="{4F7CDD44-32F1-4759-861F-8DABEBBA8D89}" srcOrd="3" destOrd="0" presId="urn:microsoft.com/office/officeart/2016/7/layout/AccentHomeChevronProcess"/>
    <dgm:cxn modelId="{D2DC6DB4-F08B-452B-88D7-76DF30B33BBF}" type="presParOf" srcId="{594BF422-752C-42F3-A230-3D0E6AE9A886}" destId="{C9A9B9EA-6A1D-4A13-9C7F-C112F25D2888}" srcOrd="1" destOrd="0" presId="urn:microsoft.com/office/officeart/2016/7/layout/AccentHomeChevronProcess"/>
    <dgm:cxn modelId="{0AFE3F98-AC87-4180-A937-B329C49ED478}" type="presParOf" srcId="{594BF422-752C-42F3-A230-3D0E6AE9A886}" destId="{EC37843F-14A6-4E20-B7AE-2B086A8F5F45}" srcOrd="2" destOrd="0" presId="urn:microsoft.com/office/officeart/2016/7/layout/AccentHomeChevronProcess"/>
    <dgm:cxn modelId="{773E4D08-F4DA-41CF-8F9E-9ECF9BFAC9E0}" type="presParOf" srcId="{EC37843F-14A6-4E20-B7AE-2B086A8F5F45}" destId="{E41E7729-FD3F-426D-804C-45BD60BD762D}" srcOrd="0" destOrd="0" presId="urn:microsoft.com/office/officeart/2016/7/layout/AccentHomeChevronProcess"/>
    <dgm:cxn modelId="{422A1AAB-CAC6-4BF9-AE3D-0FA599308604}" type="presParOf" srcId="{EC37843F-14A6-4E20-B7AE-2B086A8F5F45}" destId="{6C46E586-0364-4C52-98F9-74A7ACD803D1}" srcOrd="1" destOrd="0" presId="urn:microsoft.com/office/officeart/2016/7/layout/AccentHomeChevronProcess"/>
    <dgm:cxn modelId="{38E206E7-0F17-4670-B4A3-500716D7CB35}" type="presParOf" srcId="{EC37843F-14A6-4E20-B7AE-2B086A8F5F45}" destId="{5E07F9E4-149C-4A89-848F-4ABDD305F0C5}" srcOrd="2" destOrd="0" presId="urn:microsoft.com/office/officeart/2016/7/layout/AccentHomeChevronProcess"/>
    <dgm:cxn modelId="{61AADFE2-F93E-4B5E-A73E-7163E8F9935C}" type="presParOf" srcId="{EC37843F-14A6-4E20-B7AE-2B086A8F5F45}" destId="{2928FCAD-BE3F-45AC-93A5-FD98F8A50E00}" srcOrd="3" destOrd="0" presId="urn:microsoft.com/office/officeart/2016/7/layout/AccentHomeChevronProcess"/>
    <dgm:cxn modelId="{CA9DA5DB-1991-40FE-BE6B-62D24B814C66}" type="presParOf" srcId="{594BF422-752C-42F3-A230-3D0E6AE9A886}" destId="{C2DF8D93-19C7-4E07-BCAF-9FAAB62C8CF2}" srcOrd="3" destOrd="0" presId="urn:microsoft.com/office/officeart/2016/7/layout/AccentHomeChevronProcess"/>
    <dgm:cxn modelId="{B41F7F9C-CF4E-4E85-9604-E594CCF69AC0}" type="presParOf" srcId="{594BF422-752C-42F3-A230-3D0E6AE9A886}" destId="{86E313B1-36D3-44D7-907E-22A08CB8E9CC}" srcOrd="4" destOrd="0" presId="urn:microsoft.com/office/officeart/2016/7/layout/AccentHomeChevronProcess"/>
    <dgm:cxn modelId="{AC00B4EE-C88F-4D09-9950-C044BCCD2E36}" type="presParOf" srcId="{86E313B1-36D3-44D7-907E-22A08CB8E9CC}" destId="{473F2067-7126-4D56-A328-5A8CFD3D8D52}" srcOrd="0" destOrd="0" presId="urn:microsoft.com/office/officeart/2016/7/layout/AccentHomeChevronProcess"/>
    <dgm:cxn modelId="{FFCA3C7E-089E-4C2B-A69B-BB78746F7919}" type="presParOf" srcId="{86E313B1-36D3-44D7-907E-22A08CB8E9CC}" destId="{7A0B5EFC-88FB-4ED5-994F-D5F6584C2293}" srcOrd="1" destOrd="0" presId="urn:microsoft.com/office/officeart/2016/7/layout/AccentHomeChevronProcess"/>
    <dgm:cxn modelId="{EAF6E190-88AB-4CD5-B9C4-DBE98DE2E2E6}" type="presParOf" srcId="{86E313B1-36D3-44D7-907E-22A08CB8E9CC}" destId="{FD7B29F2-0D66-4B4B-BC8A-82DA23575305}" srcOrd="2" destOrd="0" presId="urn:microsoft.com/office/officeart/2016/7/layout/AccentHomeChevronProcess"/>
    <dgm:cxn modelId="{444FF880-2908-413A-8FE4-5ABB152A1B40}" type="presParOf" srcId="{86E313B1-36D3-44D7-907E-22A08CB8E9CC}" destId="{BABAA172-7B81-4C6B-BCF2-4572322515C5}" srcOrd="3" destOrd="0" presId="urn:microsoft.com/office/officeart/2016/7/layout/AccentHomeChevronProcess"/>
    <dgm:cxn modelId="{2BB639BD-3F2A-4266-9186-FA169798ED1C}" type="presParOf" srcId="{594BF422-752C-42F3-A230-3D0E6AE9A886}" destId="{9B430585-A33C-48BC-927A-F5975DA99FE9}" srcOrd="5" destOrd="0" presId="urn:microsoft.com/office/officeart/2016/7/layout/AccentHomeChevronProcess"/>
    <dgm:cxn modelId="{92EF7F10-6024-4576-BF49-0DDB0D604EA4}" type="presParOf" srcId="{594BF422-752C-42F3-A230-3D0E6AE9A886}" destId="{F553A929-6D6B-4648-9E0A-4676637D5878}" srcOrd="6" destOrd="0" presId="urn:microsoft.com/office/officeart/2016/7/layout/AccentHomeChevronProcess"/>
    <dgm:cxn modelId="{F52DD231-84B5-4ACE-BDE6-1C5742E93881}" type="presParOf" srcId="{F553A929-6D6B-4648-9E0A-4676637D5878}" destId="{867247C7-675B-475B-B197-D1F36C803805}" srcOrd="0" destOrd="0" presId="urn:microsoft.com/office/officeart/2016/7/layout/AccentHomeChevronProcess"/>
    <dgm:cxn modelId="{96E12792-C618-49D7-9D17-1D9747BA6885}" type="presParOf" srcId="{F553A929-6D6B-4648-9E0A-4676637D5878}" destId="{7446AE26-64EA-49D6-8E58-02C11EFB9FB9}" srcOrd="1" destOrd="0" presId="urn:microsoft.com/office/officeart/2016/7/layout/AccentHomeChevronProcess"/>
    <dgm:cxn modelId="{4C8AEEF3-D118-4AF4-8ED4-5158D26833D8}" type="presParOf" srcId="{F553A929-6D6B-4648-9E0A-4676637D5878}" destId="{BBC1FACD-D752-4E1B-BCF3-249E980F80C6}" srcOrd="2" destOrd="0" presId="urn:microsoft.com/office/officeart/2016/7/layout/AccentHomeChevronProcess"/>
    <dgm:cxn modelId="{43D9110F-DECD-4BF8-9E7C-2DD553E3E320}" type="presParOf" srcId="{F553A929-6D6B-4648-9E0A-4676637D5878}" destId="{2300D505-2807-452D-8B87-CC893A0AD4C6}" srcOrd="3" destOrd="0" presId="urn:microsoft.com/office/officeart/2016/7/layout/AccentHomeChevronProcess"/>
    <dgm:cxn modelId="{2C818EC9-F02D-42E2-96F5-8FBCB0E6BA80}" type="presParOf" srcId="{594BF422-752C-42F3-A230-3D0E6AE9A886}" destId="{E43A384A-738C-48DC-ABBA-E9CEF1C3134F}" srcOrd="7" destOrd="0" presId="urn:microsoft.com/office/officeart/2016/7/layout/AccentHomeChevronProcess"/>
    <dgm:cxn modelId="{E302779E-D4E3-4ED4-BC84-050350FB613D}" type="presParOf" srcId="{594BF422-752C-42F3-A230-3D0E6AE9A886}" destId="{201F7223-C0B2-4D0A-B201-9959F2D8F3F8}" srcOrd="8" destOrd="0" presId="urn:microsoft.com/office/officeart/2016/7/layout/AccentHomeChevronProcess"/>
    <dgm:cxn modelId="{1095C10A-DF46-4AD2-99BD-939C7C79A1C3}" type="presParOf" srcId="{201F7223-C0B2-4D0A-B201-9959F2D8F3F8}" destId="{BC6B70BB-0DB1-43FE-AD96-2BCE8F8B8259}" srcOrd="0" destOrd="0" presId="urn:microsoft.com/office/officeart/2016/7/layout/AccentHomeChevronProcess"/>
    <dgm:cxn modelId="{D22D9F65-BF1F-4EED-A330-5DA89AC5609A}" type="presParOf" srcId="{201F7223-C0B2-4D0A-B201-9959F2D8F3F8}" destId="{AE404003-22FB-4F68-AF6B-EF354B112AF2}" srcOrd="1" destOrd="0" presId="urn:microsoft.com/office/officeart/2016/7/layout/AccentHomeChevronProcess"/>
    <dgm:cxn modelId="{3497C246-4D79-4BD2-ADF0-6E6DD4985C61}" type="presParOf" srcId="{201F7223-C0B2-4D0A-B201-9959F2D8F3F8}" destId="{2A14C8C8-7A8E-4776-AD4D-7003CC7FEBF2}" srcOrd="2" destOrd="0" presId="urn:microsoft.com/office/officeart/2016/7/layout/AccentHomeChevronProcess"/>
    <dgm:cxn modelId="{38BE8A76-0691-42CD-ACEE-44459DECE959}" type="presParOf" srcId="{201F7223-C0B2-4D0A-B201-9959F2D8F3F8}" destId="{8CDAC814-83A8-4CDE-9B01-E851DE18D265}" srcOrd="3" destOrd="0" presId="urn:microsoft.com/office/officeart/2016/7/layout/AccentHomeChevro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4E6E73-A3C8-4495-927B-8AADA5A74297}">
      <dsp:nvSpPr>
        <dsp:cNvPr id="0" name=""/>
        <dsp:cNvSpPr/>
      </dsp:nvSpPr>
      <dsp:spPr>
        <a:xfrm rot="5400000">
          <a:off x="-956552" y="1888564"/>
          <a:ext cx="2092404" cy="175191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3A6A4E-2D39-41D2-A6B1-B590D0C452D2}">
      <dsp:nvSpPr>
        <dsp:cNvPr id="0" name=""/>
        <dsp:cNvSpPr/>
      </dsp:nvSpPr>
      <dsp:spPr>
        <a:xfrm>
          <a:off x="2053" y="3022362"/>
          <a:ext cx="2189894" cy="697468"/>
        </a:xfrm>
        <a:prstGeom prst="homePlate">
          <a:avLst>
            <a:gd name="adj" fmla="val 25000"/>
          </a:avLst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228600" rIns="114300" bIns="22860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cap="all" spc="200" baseline="0" dirty="0">
              <a:solidFill>
                <a:schemeClr val="accent2">
                  <a:lumMod val="50000"/>
                </a:schemeClr>
              </a:solidFill>
              <a:latin typeface="+mj-lt"/>
            </a:rPr>
            <a:t>9 October, 2024</a:t>
          </a:r>
        </a:p>
      </dsp:txBody>
      <dsp:txXfrm>
        <a:off x="2053" y="3022362"/>
        <a:ext cx="2102711" cy="697468"/>
      </dsp:txXfrm>
    </dsp:sp>
    <dsp:sp modelId="{810D7AA7-A541-4507-BE7F-36CCF210089F}">
      <dsp:nvSpPr>
        <dsp:cNvPr id="0" name=""/>
        <dsp:cNvSpPr/>
      </dsp:nvSpPr>
      <dsp:spPr>
        <a:xfrm>
          <a:off x="177245" y="1035072"/>
          <a:ext cx="1778194" cy="14825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 rtl="0">
            <a:lnSpc>
              <a:spcPct val="125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Franklin Gothic Demi Cond"/>
            </a:rPr>
            <a:t>Introduced to House of Representatives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177245" y="1035072"/>
        <a:ext cx="1778194" cy="1482540"/>
      </dsp:txXfrm>
    </dsp:sp>
    <dsp:sp modelId="{E41E7729-FD3F-426D-804C-45BD60BD762D}">
      <dsp:nvSpPr>
        <dsp:cNvPr id="0" name=""/>
        <dsp:cNvSpPr/>
      </dsp:nvSpPr>
      <dsp:spPr>
        <a:xfrm rot="5400000">
          <a:off x="1123846" y="1888564"/>
          <a:ext cx="2092404" cy="175191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-1502"/>
              <a:satOff val="3660"/>
              <a:lumOff val="28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46E586-0364-4C52-98F9-74A7ACD803D1}">
      <dsp:nvSpPr>
        <dsp:cNvPr id="0" name=""/>
        <dsp:cNvSpPr/>
      </dsp:nvSpPr>
      <dsp:spPr>
        <a:xfrm>
          <a:off x="2082453" y="3022362"/>
          <a:ext cx="2189894" cy="697468"/>
        </a:xfrm>
        <a:prstGeom prst="chevron">
          <a:avLst>
            <a:gd name="adj" fmla="val 25000"/>
          </a:avLst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228600" rIns="114300" bIns="22860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cap="all" spc="200" baseline="0" dirty="0">
              <a:solidFill>
                <a:schemeClr val="accent2">
                  <a:lumMod val="50000"/>
                </a:schemeClr>
              </a:solidFill>
              <a:latin typeface="+mj-lt"/>
            </a:rPr>
            <a:t> 19 November, 2024</a:t>
          </a:r>
          <a:endParaRPr lang="en-US" sz="1800" kern="1200" cap="all" spc="200" baseline="0" dirty="0">
            <a:solidFill>
              <a:schemeClr val="accent2">
                <a:lumMod val="50000"/>
              </a:schemeClr>
            </a:solidFill>
            <a:latin typeface="+mj-lt"/>
          </a:endParaRPr>
        </a:p>
      </dsp:txBody>
      <dsp:txXfrm>
        <a:off x="2256820" y="3022362"/>
        <a:ext cx="1841160" cy="697468"/>
      </dsp:txXfrm>
    </dsp:sp>
    <dsp:sp modelId="{5E07F9E4-149C-4A89-848F-4ABDD305F0C5}">
      <dsp:nvSpPr>
        <dsp:cNvPr id="0" name=""/>
        <dsp:cNvSpPr/>
      </dsp:nvSpPr>
      <dsp:spPr>
        <a:xfrm>
          <a:off x="2257644" y="1035072"/>
          <a:ext cx="1778194" cy="14825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 rtl="0">
            <a:lnSpc>
              <a:spcPct val="125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600" b="0" i="0" kern="1200" dirty="0">
              <a:solidFill>
                <a:schemeClr val="bg1"/>
              </a:solidFill>
              <a:latin typeface="Franklin Gothic Demi Cond"/>
            </a:rPr>
            <a:t>Amendments </a:t>
          </a:r>
          <a:r>
            <a:rPr lang="en-US" sz="1600" kern="1200" dirty="0">
              <a:solidFill>
                <a:schemeClr val="bg1"/>
              </a:solidFill>
              <a:latin typeface="Franklin Gothic Demi Cond"/>
            </a:rPr>
            <a:t>approved and passed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2257644" y="1035072"/>
        <a:ext cx="1778194" cy="1482540"/>
      </dsp:txXfrm>
    </dsp:sp>
    <dsp:sp modelId="{473F2067-7126-4D56-A328-5A8CFD3D8D52}">
      <dsp:nvSpPr>
        <dsp:cNvPr id="0" name=""/>
        <dsp:cNvSpPr/>
      </dsp:nvSpPr>
      <dsp:spPr>
        <a:xfrm rot="5400000">
          <a:off x="3204246" y="1888564"/>
          <a:ext cx="2092404" cy="175191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-3005"/>
              <a:satOff val="7319"/>
              <a:lumOff val="57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0B5EFC-88FB-4ED5-994F-D5F6584C2293}">
      <dsp:nvSpPr>
        <dsp:cNvPr id="0" name=""/>
        <dsp:cNvSpPr/>
      </dsp:nvSpPr>
      <dsp:spPr>
        <a:xfrm>
          <a:off x="4162852" y="3022362"/>
          <a:ext cx="2189894" cy="697468"/>
        </a:xfrm>
        <a:prstGeom prst="chevron">
          <a:avLst>
            <a:gd name="adj" fmla="val 25000"/>
          </a:avLst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228600" rIns="114300" bIns="22860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cap="all" spc="200" baseline="0" dirty="0">
              <a:solidFill>
                <a:schemeClr val="accent2">
                  <a:lumMod val="50000"/>
                </a:schemeClr>
              </a:solidFill>
              <a:latin typeface="+mj-lt"/>
            </a:rPr>
            <a:t>20 November 2024</a:t>
          </a:r>
          <a:endParaRPr lang="en-US" sz="1800" kern="1200" cap="all" spc="200" baseline="0" dirty="0">
            <a:solidFill>
              <a:schemeClr val="accent2">
                <a:lumMod val="50000"/>
              </a:schemeClr>
            </a:solidFill>
            <a:latin typeface="+mj-lt"/>
          </a:endParaRPr>
        </a:p>
      </dsp:txBody>
      <dsp:txXfrm>
        <a:off x="4337219" y="3022362"/>
        <a:ext cx="1841160" cy="697468"/>
      </dsp:txXfrm>
    </dsp:sp>
    <dsp:sp modelId="{FD7B29F2-0D66-4B4B-BC8A-82DA23575305}">
      <dsp:nvSpPr>
        <dsp:cNvPr id="0" name=""/>
        <dsp:cNvSpPr/>
      </dsp:nvSpPr>
      <dsp:spPr>
        <a:xfrm>
          <a:off x="4338044" y="1035072"/>
          <a:ext cx="1778194" cy="14825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 rtl="0">
            <a:lnSpc>
              <a:spcPct val="125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600" b="0" i="0" kern="1200" dirty="0">
              <a:solidFill>
                <a:schemeClr val="bg1"/>
              </a:solidFill>
              <a:latin typeface="Franklin Gothic Demi Cond"/>
            </a:rPr>
            <a:t>Third Reading </a:t>
          </a:r>
          <a:r>
            <a:rPr lang="en-US" sz="1600" kern="1200" dirty="0">
              <a:solidFill>
                <a:schemeClr val="bg1"/>
              </a:solidFill>
              <a:latin typeface="Franklin Gothic Demi Cond"/>
            </a:rPr>
            <a:t>passed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4338044" y="1035072"/>
        <a:ext cx="1778194" cy="1482540"/>
      </dsp:txXfrm>
    </dsp:sp>
    <dsp:sp modelId="{867247C7-675B-475B-B197-D1F36C803805}">
      <dsp:nvSpPr>
        <dsp:cNvPr id="0" name=""/>
        <dsp:cNvSpPr/>
      </dsp:nvSpPr>
      <dsp:spPr>
        <a:xfrm rot="5400000">
          <a:off x="5284645" y="1888564"/>
          <a:ext cx="2092404" cy="175191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-4507"/>
              <a:satOff val="10979"/>
              <a:lumOff val="86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46AE26-64EA-49D6-8E58-02C11EFB9FB9}">
      <dsp:nvSpPr>
        <dsp:cNvPr id="0" name=""/>
        <dsp:cNvSpPr/>
      </dsp:nvSpPr>
      <dsp:spPr>
        <a:xfrm>
          <a:off x="6243252" y="3022362"/>
          <a:ext cx="2189894" cy="697468"/>
        </a:xfrm>
        <a:prstGeom prst="chevron">
          <a:avLst>
            <a:gd name="adj" fmla="val 25000"/>
          </a:avLst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228600" rIns="114300" bIns="22860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0" i="0" kern="1200" cap="all" spc="200" baseline="0" dirty="0">
              <a:solidFill>
                <a:schemeClr val="accent2">
                  <a:lumMod val="50000"/>
                </a:schemeClr>
              </a:solidFill>
              <a:latin typeface="+mj-lt"/>
            </a:rPr>
            <a:t>25 </a:t>
          </a:r>
          <a:r>
            <a:rPr lang="en-US" sz="1800" kern="1200" cap="all" spc="200" baseline="0" dirty="0">
              <a:solidFill>
                <a:schemeClr val="accent2">
                  <a:lumMod val="50000"/>
                </a:schemeClr>
              </a:solidFill>
              <a:latin typeface="+mj-lt"/>
            </a:rPr>
            <a:t>November, 2024</a:t>
          </a:r>
        </a:p>
      </dsp:txBody>
      <dsp:txXfrm>
        <a:off x="6417619" y="3022362"/>
        <a:ext cx="1841160" cy="697468"/>
      </dsp:txXfrm>
    </dsp:sp>
    <dsp:sp modelId="{BBC1FACD-D752-4E1B-BCF3-249E980F80C6}">
      <dsp:nvSpPr>
        <dsp:cNvPr id="0" name=""/>
        <dsp:cNvSpPr/>
      </dsp:nvSpPr>
      <dsp:spPr>
        <a:xfrm>
          <a:off x="6418443" y="1035072"/>
          <a:ext cx="1778194" cy="14825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 rtl="0">
            <a:lnSpc>
              <a:spcPct val="125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Franklin Gothic Demi Cond"/>
            </a:rPr>
            <a:t>Introduced into and passed the Senate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6418443" y="1035072"/>
        <a:ext cx="1778194" cy="1482540"/>
      </dsp:txXfrm>
    </dsp:sp>
    <dsp:sp modelId="{BC6B70BB-0DB1-43FE-AD96-2BCE8F8B8259}">
      <dsp:nvSpPr>
        <dsp:cNvPr id="0" name=""/>
        <dsp:cNvSpPr/>
      </dsp:nvSpPr>
      <dsp:spPr>
        <a:xfrm rot="5400000">
          <a:off x="7365045" y="1888564"/>
          <a:ext cx="2092404" cy="175191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-6009"/>
              <a:satOff val="14639"/>
              <a:lumOff val="1150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404003-22FB-4F68-AF6B-EF354B112AF2}">
      <dsp:nvSpPr>
        <dsp:cNvPr id="0" name=""/>
        <dsp:cNvSpPr/>
      </dsp:nvSpPr>
      <dsp:spPr>
        <a:xfrm>
          <a:off x="8323651" y="3022362"/>
          <a:ext cx="2189894" cy="697468"/>
        </a:xfrm>
        <a:prstGeom prst="chevron">
          <a:avLst>
            <a:gd name="adj" fmla="val 25000"/>
          </a:avLst>
        </a:prstGeom>
        <a:solidFill>
          <a:schemeClr val="accent5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228600" rIns="114300" bIns="22860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cap="all" spc="200" baseline="0" dirty="0">
              <a:solidFill>
                <a:schemeClr val="accent2">
                  <a:lumMod val="50000"/>
                </a:schemeClr>
              </a:solidFill>
              <a:latin typeface="+mj-lt"/>
            </a:rPr>
            <a:t>25 November, 2024</a:t>
          </a:r>
        </a:p>
      </dsp:txBody>
      <dsp:txXfrm>
        <a:off x="8498018" y="3022362"/>
        <a:ext cx="1841160" cy="697468"/>
      </dsp:txXfrm>
    </dsp:sp>
    <dsp:sp modelId="{2A14C8C8-7A8E-4776-AD4D-7003CC7FEBF2}">
      <dsp:nvSpPr>
        <dsp:cNvPr id="0" name=""/>
        <dsp:cNvSpPr/>
      </dsp:nvSpPr>
      <dsp:spPr>
        <a:xfrm>
          <a:off x="8498843" y="1035072"/>
          <a:ext cx="1778194" cy="14825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 rtl="0">
            <a:lnSpc>
              <a:spcPct val="125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600" b="0" i="0" kern="1200" dirty="0">
              <a:solidFill>
                <a:schemeClr val="bg1"/>
              </a:solidFill>
              <a:latin typeface="Franklin Gothic Demi Cond"/>
            </a:rPr>
            <a:t>Approved by </a:t>
          </a:r>
          <a:r>
            <a:rPr lang="en-US" sz="1600" kern="1200" dirty="0">
              <a:solidFill>
                <a:schemeClr val="bg1"/>
              </a:solidFill>
              <a:latin typeface="Franklin Gothic Demi Cond"/>
            </a:rPr>
            <a:t>both houses and passed into law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8498843" y="1035072"/>
        <a:ext cx="1778194" cy="14825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AccentHomeChevronProcess">
  <dgm:title val="Accent Home Chevron Process"/>
  <dgm:desc val="Use to show a progression; a timeline; sequential steps in a task, process, or workflow; or to emphasize movement or direction. Level 1 text appears inside an chevron shape, except the first shape which comes in a home shape, while Level 2 text appears above the invisible rectangle shapes."/>
  <dgm:catLst>
    <dgm:cat type="process" pri="500"/>
    <dgm:cat type="timeline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contrsBasedOnsibTransCount">
      <dgm:if name="oneSibTrans" axis="ch" ptType="sibTrans" func="cnt" op="equ" val="1">
        <dgm:constrLst>
          <dgm:constr type="h" for="ch" forName="composite" refType="h" fact="0.6"/>
          <dgm:constr type="w" for="ch" forName="composite" refType="w"/>
          <dgm:constr type="primFontSz" for="des" forName="parTx" val="20"/>
          <dgm:constr type="primFontSz" for="des" forName="desTx" refType="primFontSz" refFor="des" refForName="parTx" op="lte"/>
          <dgm:constr type="primFontSz" for="des" forName="parTx" op="equ"/>
          <dgm:constr type="primFontSz" for="des" forName="desTx" op="equ"/>
          <dgm:constr type="w" for="ch" forName="space" refType="w" refFor="ch" refForName="composite" fact="-0.02"/>
          <dgm:constr type="w" for="ch" ptType="sibTrans" op="equ"/>
        </dgm:constrLst>
      </dgm:if>
      <dgm:else name="moreThanOneSibTrans">
        <dgm:choose name="contrsForMoreThanOneSibTrans">
          <dgm:if name="twoSibTrans" axis="ch" ptType="sibTrans" func="cnt" op="equ" val="2">
            <dgm:constrLst>
              <dgm:constr type="h" for="ch" forName="composite" refType="h" fact="0.6"/>
              <dgm:constr type="w" for="ch" forName="composite" refType="w"/>
              <dgm:constr type="primFontSz" for="des" forName="parTx" val="20"/>
              <dgm:constr type="primFontSz" for="des" forName="desTx" refType="primFontSz" refFor="des" refForName="parTx" op="lte"/>
              <dgm:constr type="primFontSz" for="des" forName="parTx" op="equ"/>
              <dgm:constr type="primFontSz" for="des" forName="desTx" op="equ"/>
              <dgm:constr type="w" for="ch" forName="space" refType="w" refFor="ch" refForName="composite" fact="-0.03"/>
              <dgm:constr type="w" for="ch" ptType="sibTrans" op="equ"/>
            </dgm:constrLst>
          </dgm:if>
          <dgm:else name="moreThanTwoSibTrans">
            <dgm:choose name="contrsForMoreThanTwoSibTrans">
              <dgm:if name="threeSibTrans" axis="ch" ptType="sibTrans" func="cnt" op="equ" val="3">
                <dgm:constrLst>
                  <dgm:constr type="h" for="ch" forName="composite" refType="h" fact="0.6"/>
                  <dgm:constr type="w" for="ch" forName="composite" refType="w"/>
                  <dgm:constr type="primFontSz" for="des" forName="parTx" val="20"/>
                  <dgm:constr type="primFontSz" for="des" forName="desTx" refType="primFontSz" refFor="des" refForName="parTx" op="lte"/>
                  <dgm:constr type="primFontSz" for="des" forName="parTx" op="equ"/>
                  <dgm:constr type="primFontSz" for="des" forName="desTx" op="equ"/>
                  <dgm:constr type="w" for="ch" forName="space" refType="w" refFor="ch" refForName="composite" fact="-0.04"/>
                  <dgm:constr type="w" for="ch" ptType="sibTrans" op="equ"/>
                </dgm:constrLst>
              </dgm:if>
              <dgm:else name="moreThanThreeSibTrans">
                <dgm:choose name="contrsForMoreThanThreeSibTrans">
                  <dgm:if name="fourToSixSibTrans" axis="ch" ptType="sibTrans" func="cnt" op="lte" val="6">
                    <dgm:constrLst>
                      <dgm:constr type="h" for="ch" forName="composite" refType="h" fact="0.6"/>
                      <dgm:constr type="w" for="ch" forName="composite" refType="w"/>
                      <dgm:constr type="primFontSz" for="des" forName="parTx" val="20"/>
                      <dgm:constr type="primFontSz" for="des" forName="desTx" refType="primFontSz" refFor="des" refForName="parTx" op="lte"/>
                      <dgm:constr type="primFontSz" for="des" forName="parTx" op="equ"/>
                      <dgm:constr type="primFontSz" for="des" forName="desTx" op="equ"/>
                      <dgm:constr type="w" for="ch" forName="space" refType="w" refFor="ch" refForName="composite" fact="-0.05"/>
                      <dgm:constr type="w" for="ch" ptType="sibTrans" op="equ"/>
                    </dgm:constrLst>
                  </dgm:if>
                  <dgm:else name="moreThanSixSibTrans">
                    <dgm:choose name="contrsForMoreThanSixSibTrans">
                      <dgm:if name="sevenToEightSibTrans" axis="ch" ptType="sibTrans" func="cnt" op="lte" val="8">
                        <dgm:constrLst>
                          <dgm:constr type="h" for="ch" forName="composite" refType="h" fact="0.6"/>
                          <dgm:constr type="w" for="ch" forName="composite" refType="w"/>
                          <dgm:constr type="primFontSz" for="des" forName="parTx" val="20"/>
                          <dgm:constr type="primFontSz" for="des" forName="desTx" refType="primFontSz" refFor="des" refForName="parTx" op="lte"/>
                          <dgm:constr type="primFontSz" for="des" forName="parTx" op="equ"/>
                          <dgm:constr type="primFontSz" for="des" forName="desTx" op="equ"/>
                          <dgm:constr type="w" for="ch" forName="space" refType="w" refFor="ch" refForName="composite" fact="-0.07"/>
                          <dgm:constr type="w" for="ch" ptType="sibTrans" op="equ"/>
                        </dgm:constrLst>
                      </dgm:if>
                      <dgm:else name="moreThanEightSibTrans">
                        <dgm:constrLst>
                          <dgm:constr type="h" for="ch" forName="composite" refType="h" fact="0.6"/>
                          <dgm:constr type="w" for="ch" forName="composite" refType="w"/>
                          <dgm:constr type="primFontSz" for="des" forName="parTx" val="20"/>
                          <dgm:constr type="primFontSz" for="des" forName="desTx" refType="primFontSz" refFor="des" refForName="parTx" op="lte"/>
                          <dgm:constr type="primFontSz" for="des" forName="parTx" op="equ"/>
                          <dgm:constr type="primFontSz" for="des" forName="desTx" op="equ"/>
                          <dgm:constr type="w" for="ch" forName="space" refType="w" refFor="ch" refForName="composite" fact="-0.09"/>
                          <dgm:constr type="w" for="ch" ptType="sibTrans" op="equ"/>
                        </dgm:constrLst>
                      </dgm:else>
                    </dgm:choose>
                  </dgm:else>
                </dgm:choose>
              </dgm:else>
            </dgm:choose>
          </dgm:else>
        </dgm:choose>
      </dgm:else>
    </dgm:choose>
    <dgm:ruleLst/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LayoutLTRorRTL">
          <dgm:if name="LayoutLTR" func="var" arg="dir" op="equ" val="norm">
            <dgm:constrLst>
              <dgm:constr type="w" for="ch" forName="L" refType="w" fact="0.08"/>
              <dgm:constr type="h" for="ch" forName="L" refType="h" fact="0.75"/>
              <dgm:constr type="l" for="ch" forName="L"/>
              <dgm:constr type="l" for="ch" forName="parTx"/>
              <dgm:constr type="w" for="ch" forName="parTx" refType="w"/>
              <dgm:constr type="h" for="ch" forName="parTx" refType="h" fact="0.25"/>
              <dgm:constr type="t" for="ch" forName="parTx" refType="b" refFor="ch" refForName="L"/>
              <dgm:constr type="t" for="ch" forName="desTx" refType="w" refFor="ch" refForName="L" fact="0.6"/>
              <dgm:constr type="b" for="ch" forName="desTx" refType="t" refFor="ch" refForName="EmptyPlaceHolder"/>
              <dgm:constr type="l" for="ch" forName="desTx" refType="r" refFor="ch" refForName="L"/>
              <dgm:constr type="w" for="ch" forName="desTx" refType="w" fact="0.812"/>
              <dgm:constr type="w" for="ch" forName="EmptyPlaceHolder" refType="w" fact="0.82"/>
              <dgm:constr type="l" for="ch" forName="EmptyPlaceHolder" refType="r" refFor="ch" refForName="L"/>
              <dgm:constr type="b" for="ch" forName="EmptyPlaceHolder" refType="b" refFor="ch" refForName="L"/>
              <dgm:constr type="h" for="ch" forName="EmptyPlaceHolder" refType="t" refFor="ch" refForName="desTx"/>
            </dgm:constrLst>
          </dgm:if>
          <dgm:else name="LayoutRTL">
            <dgm:constrLst>
              <dgm:constr type="w" for="ch" forName="L" refType="w" fact="0.08"/>
              <dgm:constr type="h" for="ch" forName="L" refType="h" fact="0.75"/>
              <dgm:constr type="r" for="ch" forName="L" refType="w"/>
              <dgm:constr type="r" for="ch" forName="parTx" refType="w"/>
              <dgm:constr type="w" for="ch" forName="parTx" refType="w"/>
              <dgm:constr type="h" for="ch" forName="parTx" refType="h" fact="0.25"/>
              <dgm:constr type="t" for="ch" forName="parTx" refType="b" refFor="ch" refForName="L"/>
              <dgm:constr type="t" for="ch" forName="desTx" refType="w" refFor="ch" refForName="L" fact="0.6"/>
              <dgm:constr type="b" for="ch" forName="desTx" refType="t" refFor="ch" refForName="EmptyPlaceHolder"/>
              <dgm:constr type="r" for="ch" forName="desTx" refType="l" refFor="ch" refForName="L"/>
              <dgm:constr type="w" for="ch" forName="desTx" refType="w" fact="0.812"/>
              <dgm:constr type="w" for="ch" forName="EmptyPlaceHolder" refType="w" fact="0.82"/>
              <dgm:constr type="h" for="ch" forName="EmptyPlaceHolder" refType="w" refFor="ch" refForName="L" fact="0.6"/>
              <dgm:constr type="b" for="ch" forName="EmptyPlaceHolder" refType="b" refFor="ch" refForName="L"/>
            </dgm:constrLst>
          </dgm:else>
        </dgm:choose>
        <dgm:layoutNode name="L" styleLbl="solidFgAcc1" moveWith="parTx">
          <dgm:varLst>
            <dgm:chMax val="0"/>
            <dgm:chPref val="0"/>
          </dgm:varLst>
          <dgm:alg type="sp"/>
          <dgm:choose name="Name310">
            <dgm:if name="Name311" func="var" arg="dir" op="equ" val="norm">
              <dgm:shape xmlns:r="http://schemas.openxmlformats.org/officeDocument/2006/relationships" rot="90" type="corner" r:blip="">
                <dgm:adjLst>
                  <dgm:adj idx="1" val="0.01"/>
                  <dgm:adj idx="2" val="0.01"/>
                </dgm:adjLst>
              </dgm:shape>
            </dgm:if>
            <dgm:else name="Name312">
              <dgm:shape xmlns:r="http://schemas.openxmlformats.org/officeDocument/2006/relationships" rot="180" type="corner" r:blip="">
                <dgm:adjLst>
                  <dgm:adj idx="1" val="0.01"/>
                  <dgm:adj idx="2" val="0.01"/>
                </dgm:adjLst>
              </dgm:shape>
            </dgm:else>
          </dgm:choose>
          <dgm:presOf/>
          <dgm:constrLst/>
          <dgm:ruleLst/>
        </dgm:layoutNode>
        <dgm:layoutNode name="parTx" styleLbl="alignNode1">
          <dgm:varLst>
            <dgm:chMax val="0"/>
            <dgm:chPref val="0"/>
            <dgm:bulletEnabled val="1"/>
          </dgm:varLst>
          <dgm:alg type="tx">
            <dgm:param type="txAnchorVert" val="mid"/>
            <dgm:param type="parTxLTRAlign" val="ctr"/>
            <dgm:param type="parTxRTLAlign" val="ctr"/>
          </dgm:alg>
          <dgm:choose name="MakeFirstNodeHomePlate">
            <dgm:if name="IfFirstNode" axis="self" ptType="node" func="pos" op="equ" val="1">
              <dgm:choose name="Name110">
                <dgm:if name="Name111" func="var" arg="dir" op="equ" val="norm">
                  <dgm:shape xmlns:r="http://schemas.openxmlformats.org/officeDocument/2006/relationships" type="homePlate" r:blip="">
                    <dgm:adjLst>
                      <dgm:adj idx="1" val="0.25"/>
                    </dgm:adjLst>
                  </dgm:shape>
                </dgm:if>
                <dgm:else name="Name112">
                  <dgm:shape xmlns:r="http://schemas.openxmlformats.org/officeDocument/2006/relationships" rot="180" type="homePlate" r:blip="">
                    <dgm:adjLst>
                      <dgm:adj idx="1" val="0.25"/>
                    </dgm:adjLst>
                  </dgm:shape>
                </dgm:else>
              </dgm:choose>
            </dgm:if>
            <dgm:else name="MakeRestOfNodesChevrons"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>
                      <dgm:adj idx="1" val="0.25"/>
                    </dgm:adjLst>
                  </dgm:shape>
                </dgm:if>
                <dgm:else name="Name12">
                  <dgm:shape xmlns:r="http://schemas.openxmlformats.org/officeDocument/2006/relationships" rot="180" type="chevron" r:blip="">
                    <dgm:adjLst>
                      <dgm:adj idx="1" val="0.25"/>
                    </dgm:adjLst>
                  </dgm:shape>
                </dgm:else>
              </dgm:choose>
            </dgm:else>
          </dgm:choose>
          <dgm:presOf axis="self" ptType="node"/>
          <dgm:constrLst>
            <dgm:constr type="tMarg" refType="primFontSz"/>
            <dgm:constr type="bMarg" refType="primFontSz"/>
            <dgm:constr type="lMarg" refType="primFontSz" fact="0.5"/>
            <dgm:constr type="rMarg" refType="primFontSz" fact="0.5"/>
          </dgm:constrLst>
          <dgm:ruleLst>
            <dgm:rule type="primFontSz" val="13" fact="NaN" max="NaN"/>
          </dgm:ruleLst>
        </dgm:layoutNode>
        <dgm:layoutNode name="desTx" styleLbl="revTx" moveWith="parTx">
          <dgm:varLst>
            <dgm:chMax val="0"/>
            <dgm:chPref val="0"/>
            <dgm:bulletEnabled val="1"/>
          </dgm:varLst>
          <dgm:choose name="Name210">
            <dgm:if name="Name211" func="var" arg="dir" op="equ" val="norm">
              <dgm:alg type="tx">
                <dgm:param type="txAnchorVert" val="t"/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12">
              <dgm:alg type="tx">
                <dgm:param type="txAnchorVert" val="t"/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tMarg"/>
            <dgm:constr type="bMarg"/>
            <dgm:constr type="lMarg"/>
            <dgm:constr type="rMarg"/>
          </dgm:constrLst>
          <dgm:ruleLst>
            <dgm:rule type="primFontSz" val="11" fact="NaN" max="NaN"/>
            <dgm:rule type="secFontSz" val="9" fact="NaN" max="NaN"/>
          </dgm:ruleLst>
        </dgm:layoutNode>
        <dgm:layoutNode name="EmptyPlaceHolder">
          <dgm:alg type="sp"/>
          <dgm:shape xmlns:r="http://schemas.openxmlformats.org/officeDocument/2006/relationships" r:blip="">
            <dgm:adjLst/>
          </dgm:shape>
          <dgm:presOf/>
          <dgm:constrLst/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FCD50D-240B-4202-BA15-9436303309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986A40-88CC-4CF8-A82C-0522A84173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78CE2-C833-4BFB-B646-A41BF50DD3DE}" type="datetimeFigureOut">
              <a:rPr lang="en-US" smtClean="0"/>
              <a:t>11/26/2024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21F718-5D0C-484C-9E94-4002D1F60A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46DE25-1D25-4297-ACEE-43B0A6165A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706342-55CD-4F55-9921-27DD6E1BAC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9513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5D0CA-A9EA-4786-92CB-50D9D9B29FEF}" type="datetimeFigureOut">
              <a:rPr lang="en-US" smtClean="0"/>
              <a:t>11/26/2024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86772-94DE-41DD-845F-738AE05EE90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425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Tell what will be covered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All information from official au gov websites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86772-94DE-41DD-845F-738AE05EE90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761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Au has two prongs, house and senate, must pass amendments and votes in both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Tony Burke is a mem of parliament and minister for home affairs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86772-94DE-41DD-845F-738AE05EE90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906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Bills and amendments must pass both house and senate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Moved much quicker through Senate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This is RECENT, passed yesterday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86772-94DE-41DD-845F-738AE05EE90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106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Ransomware attacks and if payments were given, the info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LUO to increase confidence and promote sharing of the info to make tracking and measuring easier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Not after all incidents, just some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86772-94DE-41DD-845F-738AE05EE90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480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Smallest of the three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Handles how info is gained and can be used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Implements previous "promises"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86772-94DE-41DD-845F-738AE05EE90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37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The beefiest of the bills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This scrapes surface, seek reference </a:t>
            </a:r>
            <a:r>
              <a:rPr lang="en-US" err="1">
                <a:ea typeface="Calibri"/>
                <a:cs typeface="Calibri"/>
              </a:rPr>
              <a:t>pg</a:t>
            </a:r>
            <a:r>
              <a:rPr lang="en-US" dirty="0">
                <a:ea typeface="Calibri"/>
                <a:cs typeface="Calibri"/>
              </a:rPr>
              <a:t> for more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Basically expands and clarifies already in place legis.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86772-94DE-41DD-845F-738AE05EE90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806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Changes will take time, </a:t>
            </a:r>
            <a:r>
              <a:rPr lang="en-US" err="1">
                <a:ea typeface="Calibri"/>
                <a:cs typeface="Calibri"/>
              </a:rPr>
              <a:t>esp</a:t>
            </a:r>
            <a:r>
              <a:rPr lang="en-US" dirty="0">
                <a:ea typeface="Calibri"/>
                <a:cs typeface="Calibri"/>
              </a:rPr>
              <a:t> since it just passed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Almost two pronged, for the "supply chain" and for the gov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Au is trying to propel themselves into being global leaders for cyber security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86772-94DE-41DD-845F-738AE05EE90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326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What it is, what it does, why they do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2023 to 2030, this is just the beginning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Setting the example?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86772-94DE-41DD-845F-738AE05EE90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195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BE5F371-5525-435D-A976-3813CDC7E2F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32B57-459F-4669-8A88-96A6A1E147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25" y="0"/>
            <a:ext cx="5758075" cy="5391215"/>
          </a:xfrm>
          <a:prstGeom prst="rect">
            <a:avLst/>
          </a:prstGeom>
          <a:solidFill>
            <a:schemeClr val="accent6">
              <a:lumMod val="60000"/>
              <a:lumOff val="40000"/>
              <a:alpha val="5000"/>
            </a:schemeClr>
          </a:solidFill>
        </p:spPr>
        <p:txBody>
          <a:bodyPr tIns="5394960" anchor="b"/>
          <a:lstStyle>
            <a:lvl1pPr>
              <a:lnSpc>
                <a:spcPct val="80000"/>
              </a:lnSpc>
              <a:defRPr sz="60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F4472392-D2F6-424E-BA23-46AF83099F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33926" y="5391215"/>
            <a:ext cx="5758074" cy="1466785"/>
          </a:xfrm>
          <a:prstGeom prst="rect">
            <a:avLst/>
          </a:prstGeom>
          <a:solidFill>
            <a:schemeClr val="accent6">
              <a:lumMod val="60000"/>
              <a:lumOff val="40000"/>
              <a:alpha val="5000"/>
            </a:schemeClr>
          </a:solidFill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2000" i="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49209FF-BA53-4DEA-823A-B6660FF16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4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64341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381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ECBA8-B670-42D7-A41A-9EEF34539A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9826" y="1209670"/>
            <a:ext cx="5135764" cy="495300"/>
          </a:xfrm>
          <a:prstGeom prst="rect">
            <a:avLst/>
          </a:prstGeom>
        </p:spPr>
        <p:txBody>
          <a:bodyPr/>
          <a:lstStyle>
            <a:lvl1pPr>
              <a:defRPr sz="32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D74CE58-DADF-49AA-ACA2-255E4E0CEFF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908065E7-24BC-4E6E-B716-10D3EFBE36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59826" y="1789866"/>
            <a:ext cx="5135764" cy="35772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buNone/>
              <a:defRPr sz="18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810BB-89E8-42E9-835D-08D37EEA1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8AC4F-C5EE-4991-A325-A93AAFB46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73368" y="6356350"/>
            <a:ext cx="2971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7D8A0-22D0-4A0F-9295-1F6FA4AAC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9528" y="6356350"/>
            <a:ext cx="175606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46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FB531-EB7A-4EBE-8F44-25261902B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63" y="986268"/>
            <a:ext cx="2893813" cy="1034385"/>
          </a:xfrm>
          <a:prstGeom prst="rect">
            <a:avLst/>
          </a:prstGeom>
        </p:spPr>
        <p:txBody>
          <a:bodyPr anchor="ctr"/>
          <a:lstStyle>
            <a:lvl1pPr algn="r">
              <a:defRPr sz="320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546163CD-B898-4FBF-A465-61F3E3E870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41407" y="699461"/>
            <a:ext cx="6547507" cy="15520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25000"/>
              </a:lnSpc>
              <a:buNone/>
              <a:defRPr sz="16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E661CDF2-6D55-4CB0-89A5-D6E2B7AA899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993571"/>
            <a:ext cx="12192000" cy="38644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25E9E-378B-4941-AEA1-E4C3CD151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0"/>
            <a:ext cx="3497062" cy="501650"/>
          </a:xfrm>
          <a:solidFill>
            <a:schemeClr val="accent6">
              <a:alpha val="7000"/>
            </a:schemeClr>
          </a:solidFill>
        </p:spPr>
        <p:txBody>
          <a:bodyPr lIns="841248" bIns="13716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2E291-B9AF-4251-9B9C-431263778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7062" y="6356350"/>
            <a:ext cx="5197878" cy="501650"/>
          </a:xfrm>
          <a:solidFill>
            <a:schemeClr val="accent6">
              <a:alpha val="7000"/>
            </a:schemeClr>
          </a:solidFill>
        </p:spPr>
        <p:txBody>
          <a:bodyPr bIns="18288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57E80-C904-497A-A70B-BB9ADEB338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94940" y="6356350"/>
            <a:ext cx="3497060" cy="501650"/>
          </a:xfrm>
          <a:solidFill>
            <a:schemeClr val="accent6">
              <a:alpha val="7000"/>
            </a:schemeClr>
          </a:solidFill>
        </p:spPr>
        <p:txBody>
          <a:bodyPr rIns="576072" bIns="18288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183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mary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FA64E0E-E550-49C2-B38B-9C648C6A5B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8B791D-4947-41E3-B728-76AB29D7C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71176" y="0"/>
            <a:ext cx="4020824" cy="2300397"/>
          </a:xfrm>
          <a:prstGeom prst="rect">
            <a:avLst/>
          </a:prstGeom>
          <a:solidFill>
            <a:schemeClr val="accent6">
              <a:lumMod val="60000"/>
              <a:lumOff val="40000"/>
              <a:alpha val="5000"/>
            </a:schemeClr>
          </a:solidFill>
        </p:spPr>
        <p:txBody>
          <a:bodyPr rIns="822960" anchor="b"/>
          <a:lstStyle>
            <a:lvl1pPr>
              <a:lnSpc>
                <a:spcPct val="80000"/>
              </a:lnSpc>
              <a:defRPr sz="4800" cap="all" spc="2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3B94FF5B-17D8-4363-BD43-E7FFC770F6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71176" y="2300396"/>
            <a:ext cx="4020824" cy="4557603"/>
          </a:xfrm>
          <a:prstGeom prst="rect">
            <a:avLst/>
          </a:prstGeom>
          <a:solidFill>
            <a:schemeClr val="accent6">
              <a:lumMod val="60000"/>
              <a:lumOff val="40000"/>
              <a:alpha val="5000"/>
            </a:schemeClr>
          </a:solidFill>
        </p:spPr>
        <p:txBody>
          <a:bodyPr tIns="0" anchor="t"/>
          <a:lstStyle>
            <a:lvl1pPr marL="0" indent="0">
              <a:lnSpc>
                <a:spcPct val="100000"/>
              </a:lnSpc>
              <a:buNone/>
              <a:defRPr sz="2000" i="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84090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ly Perform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C985EDE1-FE1A-4043-AB3E-E13190B78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1503644"/>
            <a:ext cx="12192001" cy="536486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F8FCAF0-1279-48CD-BFE0-EFED8A6779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5562" y="522081"/>
            <a:ext cx="10515600" cy="495300"/>
          </a:xfrm>
          <a:prstGeom prst="rect">
            <a:avLst/>
          </a:prstGeom>
        </p:spPr>
        <p:txBody>
          <a:bodyPr anchor="ctr"/>
          <a:lstStyle>
            <a:lvl1pPr>
              <a:defRPr sz="320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AAD25-9222-493C-B78E-39CBE372C9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53862" y="2025650"/>
            <a:ext cx="10580888" cy="40052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BDEB8E-59E0-4561-A350-0EDC248A1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9F8B16-6E70-48F1-ABCB-F2148C86D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EE72C9-BAB9-4BA3-B9CD-76AF01FEE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018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eas of Growth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13D239-DB55-46D9-B88F-C809680A2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153398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19D5FC72-7358-4D0F-9641-569FD46E3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193" y="546310"/>
            <a:ext cx="7121174" cy="495301"/>
          </a:xfrm>
          <a:prstGeom prst="rect">
            <a:avLst/>
          </a:prstGeom>
        </p:spPr>
        <p:txBody>
          <a:bodyPr/>
          <a:lstStyle>
            <a:lvl1pPr>
              <a:defRPr sz="32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33C1F73-10F3-4E1E-9979-32DF285843B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47725" y="1528474"/>
            <a:ext cx="6450013" cy="41287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EB65BE-7BDE-4397-B2E2-054F84A86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D511C-2385-406C-93EF-6DBAA0E30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52731805-E2BE-413D-92F8-D2E87559B2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53398" y="0"/>
            <a:ext cx="4038602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9D6116-4671-4C7B-A118-E31B1369C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383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650337A3-2F47-4D9A-B240-572DD3AE3F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3DDD687-62AC-4FD3-A6C3-9857FD3187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970123" cy="4684719"/>
          </a:xfrm>
          <a:prstGeom prst="rect">
            <a:avLst/>
          </a:prstGeom>
          <a:solidFill>
            <a:schemeClr val="accent1">
              <a:lumMod val="50000"/>
              <a:alpha val="9000"/>
            </a:schemeClr>
          </a:solidFill>
        </p:spPr>
        <p:txBody>
          <a:bodyPr lIns="822960" anchor="b"/>
          <a:lstStyle>
            <a:lvl1pPr>
              <a:lnSpc>
                <a:spcPct val="80000"/>
              </a:lnSpc>
              <a:spcBef>
                <a:spcPts val="1000"/>
              </a:spcBef>
              <a:defRPr sz="4000" cap="all" spc="2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2DB0EA3-58EE-48BD-8592-2D27FEC19C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4684719"/>
            <a:ext cx="5970123" cy="2173281"/>
          </a:xfrm>
          <a:prstGeom prst="rect">
            <a:avLst/>
          </a:prstGeom>
          <a:solidFill>
            <a:schemeClr val="accent1">
              <a:lumMod val="50000"/>
              <a:alpha val="9000"/>
            </a:schemeClr>
          </a:solidFill>
        </p:spPr>
        <p:txBody>
          <a:bodyPr lIns="822960" tIns="182880" anchor="t"/>
          <a:lstStyle>
            <a:lvl1pPr marL="0" indent="0">
              <a:lnSpc>
                <a:spcPct val="100000"/>
              </a:lnSpc>
              <a:buNone/>
              <a:defRPr sz="2000" i="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3E4EC-869C-4BBF-B0EC-C2DCA3143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93A8E-14B8-4534-832A-F3787F735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466EFA-EBB1-46E4-BC21-6BD36CBA4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2DC116-1C4B-4BAE-B1C8-8EA04BBB8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4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0122" y="0"/>
            <a:ext cx="62218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801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Our Team_4-Up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aphic 31">
            <a:extLst>
              <a:ext uri="{FF2B5EF4-FFF2-40B4-BE49-F238E27FC236}">
                <a16:creationId xmlns:a16="http://schemas.microsoft.com/office/drawing/2014/main" id="{CF0790E0-1B60-43FC-9885-BE17713C5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" y="0"/>
            <a:ext cx="12203044" cy="6857999"/>
            <a:chOff x="1524000" y="857250"/>
            <a:chExt cx="9143809" cy="5138737"/>
          </a:xfrm>
          <a:solidFill>
            <a:schemeClr val="accent2">
              <a:lumMod val="20000"/>
              <a:lumOff val="80000"/>
              <a:alpha val="10000"/>
            </a:schemeClr>
          </a:solidFill>
        </p:grpSpPr>
        <p:sp>
          <p:nvSpPr>
            <p:cNvPr id="34" name="Graphic 31">
              <a:extLst>
                <a:ext uri="{FF2B5EF4-FFF2-40B4-BE49-F238E27FC236}">
                  <a16:creationId xmlns:a16="http://schemas.microsoft.com/office/drawing/2014/main" id="{34F66DF3-E60A-4AA6-B3DB-F4D6D7BB0CA2}"/>
                </a:ext>
              </a:extLst>
            </p:cNvPr>
            <p:cNvSpPr/>
            <p:nvPr/>
          </p:nvSpPr>
          <p:spPr>
            <a:xfrm>
              <a:off x="1524000" y="857250"/>
              <a:ext cx="2959036" cy="5138737"/>
            </a:xfrm>
            <a:custGeom>
              <a:avLst/>
              <a:gdLst>
                <a:gd name="connsiteX0" fmla="*/ 0 w 2959036"/>
                <a:gd name="connsiteY0" fmla="*/ 0 h 5138737"/>
                <a:gd name="connsiteX1" fmla="*/ 0 w 2959036"/>
                <a:gd name="connsiteY1" fmla="*/ 5138738 h 5138737"/>
                <a:gd name="connsiteX2" fmla="*/ 2959037 w 2959036"/>
                <a:gd name="connsiteY2" fmla="*/ 5138738 h 5138737"/>
                <a:gd name="connsiteX3" fmla="*/ 926306 w 2959036"/>
                <a:gd name="connsiteY3" fmla="*/ 0 h 513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59036" h="5138737">
                  <a:moveTo>
                    <a:pt x="0" y="0"/>
                  </a:moveTo>
                  <a:lnTo>
                    <a:pt x="0" y="5138738"/>
                  </a:lnTo>
                  <a:lnTo>
                    <a:pt x="2959037" y="5138738"/>
                  </a:lnTo>
                  <a:lnTo>
                    <a:pt x="92630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Graphic 31">
              <a:extLst>
                <a:ext uri="{FF2B5EF4-FFF2-40B4-BE49-F238E27FC236}">
                  <a16:creationId xmlns:a16="http://schemas.microsoft.com/office/drawing/2014/main" id="{EE7F6774-879D-4323-A44D-99E0E5F5A719}"/>
                </a:ext>
              </a:extLst>
            </p:cNvPr>
            <p:cNvSpPr/>
            <p:nvPr/>
          </p:nvSpPr>
          <p:spPr>
            <a:xfrm>
              <a:off x="7712011" y="857250"/>
              <a:ext cx="2955798" cy="5138737"/>
            </a:xfrm>
            <a:custGeom>
              <a:avLst/>
              <a:gdLst>
                <a:gd name="connsiteX0" fmla="*/ 2032731 w 2955798"/>
                <a:gd name="connsiteY0" fmla="*/ 0 h 5138737"/>
                <a:gd name="connsiteX1" fmla="*/ 0 w 2955798"/>
                <a:gd name="connsiteY1" fmla="*/ 5138738 h 5138737"/>
                <a:gd name="connsiteX2" fmla="*/ 2955798 w 2955798"/>
                <a:gd name="connsiteY2" fmla="*/ 5138738 h 5138737"/>
                <a:gd name="connsiteX3" fmla="*/ 2955798 w 2955798"/>
                <a:gd name="connsiteY3" fmla="*/ 0 h 513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55798" h="5138737">
                  <a:moveTo>
                    <a:pt x="2032731" y="0"/>
                  </a:moveTo>
                  <a:lnTo>
                    <a:pt x="0" y="5138738"/>
                  </a:lnTo>
                  <a:lnTo>
                    <a:pt x="2955798" y="5138738"/>
                  </a:lnTo>
                  <a:lnTo>
                    <a:pt x="295579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030753C-2041-4585-A2AE-13937CA090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3862" y="524565"/>
            <a:ext cx="10941728" cy="576447"/>
          </a:xfrm>
          <a:prstGeom prst="rect">
            <a:avLst/>
          </a:prstGeom>
        </p:spPr>
        <p:txBody>
          <a:bodyPr/>
          <a:lstStyle>
            <a:lvl1pPr algn="ctr">
              <a:defRPr sz="32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5EA5C7E-24B9-4B88-95BD-424B41B4894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44172" y="2121764"/>
            <a:ext cx="2357652" cy="20025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A4C2DF15-CF4F-4138-B50F-1BF33309B4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4170" y="4124337"/>
            <a:ext cx="2357652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76B399A-F991-43E9-ACD8-BEE6C345D7F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4170" y="4599485"/>
            <a:ext cx="2357652" cy="47514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b="0" i="0" cap="none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title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B1EB9900-27EA-4146-A3BC-990DAA7362EE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582316" y="2121764"/>
            <a:ext cx="2357652" cy="20025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F295B36C-312A-4F68-8785-926AF39DEC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582314" y="4124337"/>
            <a:ext cx="2357652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5A69567D-C005-4D58-8A97-3779831CA0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582314" y="4599485"/>
            <a:ext cx="2357652" cy="47514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b="0" i="0" cap="none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title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64FE9303-BBC0-4C8D-B7AB-5CD3E76A9816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220462" y="2121764"/>
            <a:ext cx="2357652" cy="20025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CA8A35E4-E339-4851-8E87-ADD5A47D8B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20460" y="4124337"/>
            <a:ext cx="2357652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46C1B6D-3302-4939-ABCB-D64D49E0C0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20460" y="4599485"/>
            <a:ext cx="2357652" cy="47514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b="0" i="0" cap="none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title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3BE0235D-B66F-4F0B-A4C1-5F7D63C93E9D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858606" y="2121764"/>
            <a:ext cx="2357652" cy="20025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DB1DD411-2914-4927-88D8-49C5F77DBF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58604" y="4124337"/>
            <a:ext cx="2357652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D913D89D-8800-41B2-9284-538E008D449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858604" y="4599485"/>
            <a:ext cx="2357652" cy="47514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b="0" i="0" cap="none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6B141C-4594-45E3-A576-83731131C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24755-F827-42EA-8E6C-044C8D7B5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C860E-9305-4F6A-96A9-2F014B27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76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_8-Up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aphic 31">
            <a:extLst>
              <a:ext uri="{FF2B5EF4-FFF2-40B4-BE49-F238E27FC236}">
                <a16:creationId xmlns:a16="http://schemas.microsoft.com/office/drawing/2014/main" id="{1E04AE1B-EA25-4B01-8936-C5A4E253B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" y="0"/>
            <a:ext cx="12203044" cy="6857999"/>
            <a:chOff x="1524000" y="857250"/>
            <a:chExt cx="9143809" cy="5138737"/>
          </a:xfrm>
          <a:solidFill>
            <a:schemeClr val="accent2">
              <a:lumMod val="20000"/>
              <a:lumOff val="80000"/>
              <a:alpha val="10000"/>
            </a:schemeClr>
          </a:solidFill>
        </p:grpSpPr>
        <p:sp>
          <p:nvSpPr>
            <p:cNvPr id="20" name="Graphic 31">
              <a:extLst>
                <a:ext uri="{FF2B5EF4-FFF2-40B4-BE49-F238E27FC236}">
                  <a16:creationId xmlns:a16="http://schemas.microsoft.com/office/drawing/2014/main" id="{22105375-AFBE-4CFC-B01F-D4EDF8518F26}"/>
                </a:ext>
              </a:extLst>
            </p:cNvPr>
            <p:cNvSpPr/>
            <p:nvPr/>
          </p:nvSpPr>
          <p:spPr>
            <a:xfrm>
              <a:off x="1524000" y="857250"/>
              <a:ext cx="2959036" cy="5138737"/>
            </a:xfrm>
            <a:custGeom>
              <a:avLst/>
              <a:gdLst>
                <a:gd name="connsiteX0" fmla="*/ 0 w 2959036"/>
                <a:gd name="connsiteY0" fmla="*/ 0 h 5138737"/>
                <a:gd name="connsiteX1" fmla="*/ 0 w 2959036"/>
                <a:gd name="connsiteY1" fmla="*/ 5138738 h 5138737"/>
                <a:gd name="connsiteX2" fmla="*/ 2959037 w 2959036"/>
                <a:gd name="connsiteY2" fmla="*/ 5138738 h 5138737"/>
                <a:gd name="connsiteX3" fmla="*/ 926306 w 2959036"/>
                <a:gd name="connsiteY3" fmla="*/ 0 h 513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59036" h="5138737">
                  <a:moveTo>
                    <a:pt x="0" y="0"/>
                  </a:moveTo>
                  <a:lnTo>
                    <a:pt x="0" y="5138738"/>
                  </a:lnTo>
                  <a:lnTo>
                    <a:pt x="2959037" y="5138738"/>
                  </a:lnTo>
                  <a:lnTo>
                    <a:pt x="92630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31">
              <a:extLst>
                <a:ext uri="{FF2B5EF4-FFF2-40B4-BE49-F238E27FC236}">
                  <a16:creationId xmlns:a16="http://schemas.microsoft.com/office/drawing/2014/main" id="{0E3207F4-D40C-44E6-8726-1386115F5870}"/>
                </a:ext>
              </a:extLst>
            </p:cNvPr>
            <p:cNvSpPr/>
            <p:nvPr/>
          </p:nvSpPr>
          <p:spPr>
            <a:xfrm>
              <a:off x="7712011" y="857250"/>
              <a:ext cx="2955798" cy="5138737"/>
            </a:xfrm>
            <a:custGeom>
              <a:avLst/>
              <a:gdLst>
                <a:gd name="connsiteX0" fmla="*/ 2032731 w 2955798"/>
                <a:gd name="connsiteY0" fmla="*/ 0 h 5138737"/>
                <a:gd name="connsiteX1" fmla="*/ 0 w 2955798"/>
                <a:gd name="connsiteY1" fmla="*/ 5138738 h 5138737"/>
                <a:gd name="connsiteX2" fmla="*/ 2955798 w 2955798"/>
                <a:gd name="connsiteY2" fmla="*/ 5138738 h 5138737"/>
                <a:gd name="connsiteX3" fmla="*/ 2955798 w 2955798"/>
                <a:gd name="connsiteY3" fmla="*/ 0 h 513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55798" h="5138737">
                  <a:moveTo>
                    <a:pt x="2032731" y="0"/>
                  </a:moveTo>
                  <a:lnTo>
                    <a:pt x="0" y="5138738"/>
                  </a:lnTo>
                  <a:lnTo>
                    <a:pt x="2955798" y="5138738"/>
                  </a:lnTo>
                  <a:lnTo>
                    <a:pt x="295579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1C1735E-0205-42E3-A5CB-FC6DF991AC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8829" y="523748"/>
            <a:ext cx="10515600" cy="556795"/>
          </a:xfrm>
          <a:prstGeom prst="rect">
            <a:avLst/>
          </a:prstGeom>
        </p:spPr>
        <p:txBody>
          <a:bodyPr/>
          <a:lstStyle>
            <a:lvl1pPr algn="ctr">
              <a:defRPr sz="32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8" name="Picture Placeholder 9">
            <a:extLst>
              <a:ext uri="{FF2B5EF4-FFF2-40B4-BE49-F238E27FC236}">
                <a16:creationId xmlns:a16="http://schemas.microsoft.com/office/drawing/2014/main" id="{92A77282-5267-4F71-A0BF-DF82ED909EC1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1620451" y="1520596"/>
            <a:ext cx="1412050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56" name="Text Placeholder 17">
            <a:extLst>
              <a:ext uri="{FF2B5EF4-FFF2-40B4-BE49-F238E27FC236}">
                <a16:creationId xmlns:a16="http://schemas.microsoft.com/office/drawing/2014/main" id="{3EA4E6FE-F090-4542-81C0-C6D241E74689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91631" y="2673057"/>
            <a:ext cx="2069691" cy="47640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E99767A9-AC54-4743-BBA3-FB9452700C74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291631" y="3148500"/>
            <a:ext cx="2069691" cy="5732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0" i="0" cap="none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E8AE39FE-294D-4DF3-8C81-E1072C74809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4119392" y="1520596"/>
            <a:ext cx="1412050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1707D82F-527A-4E2B-A75C-1AAA60F6634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791533" y="2674147"/>
            <a:ext cx="2069691" cy="47640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5BBF407E-9CF1-4FD6-B672-644EDFEDD63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791533" y="3149590"/>
            <a:ext cx="2069691" cy="5732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0" i="0" cap="none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0" name="Picture Placeholder 9">
            <a:extLst>
              <a:ext uri="{FF2B5EF4-FFF2-40B4-BE49-F238E27FC236}">
                <a16:creationId xmlns:a16="http://schemas.microsoft.com/office/drawing/2014/main" id="{1A3ECF3D-730A-4424-B01D-D8F4C0DA949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6549002" y="1520596"/>
            <a:ext cx="1412049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4" name="Text Placeholder 17">
            <a:extLst>
              <a:ext uri="{FF2B5EF4-FFF2-40B4-BE49-F238E27FC236}">
                <a16:creationId xmlns:a16="http://schemas.microsoft.com/office/drawing/2014/main" id="{225B5D42-F20D-409F-8623-A64142EC2C4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323796" y="2667872"/>
            <a:ext cx="2069691" cy="47640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D20F4DBB-A572-46A8-A5B4-3BA6B7FC2B46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323796" y="3143315"/>
            <a:ext cx="2069691" cy="5732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0" i="0" cap="none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1" name="Picture Placeholder 9">
            <a:extLst>
              <a:ext uri="{FF2B5EF4-FFF2-40B4-BE49-F238E27FC236}">
                <a16:creationId xmlns:a16="http://schemas.microsoft.com/office/drawing/2014/main" id="{91595987-3A61-4A00-9863-883E32AD8340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9174860" y="1520596"/>
            <a:ext cx="1412049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6" name="Text Placeholder 17">
            <a:extLst>
              <a:ext uri="{FF2B5EF4-FFF2-40B4-BE49-F238E27FC236}">
                <a16:creationId xmlns:a16="http://schemas.microsoft.com/office/drawing/2014/main" id="{B38C024F-59AC-4BC0-9508-BEBF057E1A91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846039" y="2666912"/>
            <a:ext cx="2069691" cy="47640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BDB9CAD8-A37F-40F0-9C11-F79C660A79D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846039" y="3142355"/>
            <a:ext cx="2069691" cy="5732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0" i="0" cap="none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Picture Placeholder 9">
            <a:extLst>
              <a:ext uri="{FF2B5EF4-FFF2-40B4-BE49-F238E27FC236}">
                <a16:creationId xmlns:a16="http://schemas.microsoft.com/office/drawing/2014/main" id="{4CC2980B-7671-4F8C-BADD-CF2C88294E8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620451" y="3853061"/>
            <a:ext cx="1412050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962E00C-0CE9-4ED2-8C51-91478F77760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91631" y="5005522"/>
            <a:ext cx="2069691" cy="47640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285E7C77-6013-467F-AA0B-DB65984B251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91631" y="5480965"/>
            <a:ext cx="2069691" cy="55679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0" i="0" cap="none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9" name="Picture Placeholder 9">
            <a:extLst>
              <a:ext uri="{FF2B5EF4-FFF2-40B4-BE49-F238E27FC236}">
                <a16:creationId xmlns:a16="http://schemas.microsoft.com/office/drawing/2014/main" id="{7D6F633A-FD80-4D2C-8476-8100D39C6B64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4119392" y="3853061"/>
            <a:ext cx="1412050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534B036E-ECDB-4305-8A01-66F6D547169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791533" y="5006612"/>
            <a:ext cx="2069691" cy="47640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1" name="Text Placeholder 17">
            <a:extLst>
              <a:ext uri="{FF2B5EF4-FFF2-40B4-BE49-F238E27FC236}">
                <a16:creationId xmlns:a16="http://schemas.microsoft.com/office/drawing/2014/main" id="{F074C60B-FADB-4F44-B718-C0687D1D436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791533" y="5482055"/>
            <a:ext cx="2069691" cy="55679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0" i="0" cap="none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0" name="Picture Placeholder 9">
            <a:extLst>
              <a:ext uri="{FF2B5EF4-FFF2-40B4-BE49-F238E27FC236}">
                <a16:creationId xmlns:a16="http://schemas.microsoft.com/office/drawing/2014/main" id="{A34BA53B-3CF1-462B-979A-000E74575C14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549002" y="3853061"/>
            <a:ext cx="1412049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B1AAC15F-0501-4CB6-BA46-F9C01D493E9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323796" y="5000337"/>
            <a:ext cx="2069691" cy="47640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3" name="Text Placeholder 17">
            <a:extLst>
              <a:ext uri="{FF2B5EF4-FFF2-40B4-BE49-F238E27FC236}">
                <a16:creationId xmlns:a16="http://schemas.microsoft.com/office/drawing/2014/main" id="{2C0B84A3-071D-46B3-B912-276ED1F152E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23796" y="5475780"/>
            <a:ext cx="2069691" cy="55679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0" i="0" cap="none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447CE363-8048-45D8-BC95-4E89354EF49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9174860" y="3853061"/>
            <a:ext cx="1412049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54" name="Text Placeholder 17">
            <a:extLst>
              <a:ext uri="{FF2B5EF4-FFF2-40B4-BE49-F238E27FC236}">
                <a16:creationId xmlns:a16="http://schemas.microsoft.com/office/drawing/2014/main" id="{EEB77DBC-08C4-4B28-9828-33089140761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846039" y="4999377"/>
            <a:ext cx="2069691" cy="47640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5" name="Text Placeholder 17">
            <a:extLst>
              <a:ext uri="{FF2B5EF4-FFF2-40B4-BE49-F238E27FC236}">
                <a16:creationId xmlns:a16="http://schemas.microsoft.com/office/drawing/2014/main" id="{C4D2FA18-AB3C-482C-AA57-12C2463265A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846039" y="5474820"/>
            <a:ext cx="2069691" cy="55679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0" i="0" cap="none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FF793-7D5A-4D82-9EB0-6D4ED7DE9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EE964-1EA4-4134-AB68-1D1512213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AF8D0-8415-4A9D-B4F5-92650ECA2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780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 for Product Launch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raphic 43">
            <a:extLst>
              <a:ext uri="{FF2B5EF4-FFF2-40B4-BE49-F238E27FC236}">
                <a16:creationId xmlns:a16="http://schemas.microsoft.com/office/drawing/2014/main" id="{D76CD6FD-D22D-437F-BDAE-7B3ECB0EF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9937" y="0"/>
            <a:ext cx="7462063" cy="6858000"/>
          </a:xfrm>
          <a:custGeom>
            <a:avLst/>
            <a:gdLst>
              <a:gd name="connsiteX0" fmla="*/ 2766060 w 5591365"/>
              <a:gd name="connsiteY0" fmla="*/ 1566101 h 5138737"/>
              <a:gd name="connsiteX1" fmla="*/ 658749 w 5591365"/>
              <a:gd name="connsiteY1" fmla="*/ 2875979 h 5138737"/>
              <a:gd name="connsiteX2" fmla="*/ 0 w 5591365"/>
              <a:gd name="connsiteY2" fmla="*/ 4702016 h 5138737"/>
              <a:gd name="connsiteX3" fmla="*/ 26670 w 5591365"/>
              <a:gd name="connsiteY3" fmla="*/ 5138738 h 5138737"/>
              <a:gd name="connsiteX4" fmla="*/ 2675763 w 5591365"/>
              <a:gd name="connsiteY4" fmla="*/ 5138738 h 5138737"/>
              <a:gd name="connsiteX5" fmla="*/ 2481072 w 5591365"/>
              <a:gd name="connsiteY5" fmla="*/ 4439984 h 5138737"/>
              <a:gd name="connsiteX6" fmla="*/ 2804636 w 5591365"/>
              <a:gd name="connsiteY6" fmla="*/ 3584734 h 5138737"/>
              <a:gd name="connsiteX7" fmla="*/ 3798570 w 5591365"/>
              <a:gd name="connsiteY7" fmla="*/ 2814257 h 5138737"/>
              <a:gd name="connsiteX8" fmla="*/ 5378101 w 5591365"/>
              <a:gd name="connsiteY8" fmla="*/ 4717352 h 5138737"/>
              <a:gd name="connsiteX9" fmla="*/ 4949381 w 5591365"/>
              <a:gd name="connsiteY9" fmla="*/ 5138642 h 5138737"/>
              <a:gd name="connsiteX10" fmla="*/ 5591366 w 5591365"/>
              <a:gd name="connsiteY10" fmla="*/ 5138642 h 5138737"/>
              <a:gd name="connsiteX11" fmla="*/ 5591366 w 5591365"/>
              <a:gd name="connsiteY11" fmla="*/ 0 h 5138737"/>
              <a:gd name="connsiteX12" fmla="*/ 5397056 w 5591365"/>
              <a:gd name="connsiteY12" fmla="*/ 0 h 5138737"/>
              <a:gd name="connsiteX13" fmla="*/ 4684681 w 5591365"/>
              <a:gd name="connsiteY13" fmla="*/ 595217 h 5138737"/>
              <a:gd name="connsiteX14" fmla="*/ 4254627 w 5591365"/>
              <a:gd name="connsiteY14" fmla="*/ 0 h 5138737"/>
              <a:gd name="connsiteX15" fmla="*/ 1910620 w 5591365"/>
              <a:gd name="connsiteY15" fmla="*/ 0 h 5138737"/>
              <a:gd name="connsiteX16" fmla="*/ 2018633 w 5591365"/>
              <a:gd name="connsiteY16" fmla="*/ 314039 h 5138737"/>
              <a:gd name="connsiteX17" fmla="*/ 2766060 w 5591365"/>
              <a:gd name="connsiteY17" fmla="*/ 1566101 h 5138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591365" h="5138737">
                <a:moveTo>
                  <a:pt x="2766060" y="1566101"/>
                </a:moveTo>
                <a:cubicBezTo>
                  <a:pt x="1800416" y="1946243"/>
                  <a:pt x="1097947" y="2382869"/>
                  <a:pt x="658749" y="2875979"/>
                </a:cubicBezTo>
                <a:cubicBezTo>
                  <a:pt x="219551" y="3368993"/>
                  <a:pt x="0" y="3977735"/>
                  <a:pt x="0" y="4702016"/>
                </a:cubicBezTo>
                <a:cubicBezTo>
                  <a:pt x="0" y="4853178"/>
                  <a:pt x="9049" y="4998720"/>
                  <a:pt x="26670" y="5138738"/>
                </a:cubicBezTo>
                <a:lnTo>
                  <a:pt x="2675763" y="5138738"/>
                </a:lnTo>
                <a:cubicBezTo>
                  <a:pt x="2546033" y="4937951"/>
                  <a:pt x="2481072" y="4705065"/>
                  <a:pt x="2481072" y="4439984"/>
                </a:cubicBezTo>
                <a:cubicBezTo>
                  <a:pt x="2481072" y="4136898"/>
                  <a:pt x="2588990" y="3851815"/>
                  <a:pt x="2804636" y="3584734"/>
                </a:cubicBezTo>
                <a:cubicBezTo>
                  <a:pt x="3020378" y="3317653"/>
                  <a:pt x="3351657" y="3060764"/>
                  <a:pt x="3798570" y="2814257"/>
                </a:cubicBezTo>
                <a:lnTo>
                  <a:pt x="5378101" y="4717352"/>
                </a:lnTo>
                <a:cubicBezTo>
                  <a:pt x="5225510" y="4879181"/>
                  <a:pt x="5082635" y="5019580"/>
                  <a:pt x="4949381" y="5138642"/>
                </a:cubicBezTo>
                <a:lnTo>
                  <a:pt x="5591366" y="5138642"/>
                </a:lnTo>
                <a:lnTo>
                  <a:pt x="5591366" y="0"/>
                </a:lnTo>
                <a:lnTo>
                  <a:pt x="5397056" y="0"/>
                </a:lnTo>
                <a:cubicBezTo>
                  <a:pt x="5226368" y="200978"/>
                  <a:pt x="4988910" y="399383"/>
                  <a:pt x="4684681" y="595217"/>
                </a:cubicBezTo>
                <a:cubicBezTo>
                  <a:pt x="4507230" y="377000"/>
                  <a:pt x="4364070" y="178689"/>
                  <a:pt x="4254627" y="0"/>
                </a:cubicBezTo>
                <a:lnTo>
                  <a:pt x="1910620" y="0"/>
                </a:lnTo>
                <a:cubicBezTo>
                  <a:pt x="1941005" y="105728"/>
                  <a:pt x="1976914" y="210407"/>
                  <a:pt x="2018633" y="314039"/>
                </a:cubicBezTo>
                <a:cubicBezTo>
                  <a:pt x="2172748" y="696754"/>
                  <a:pt x="2421922" y="1114044"/>
                  <a:pt x="2766060" y="156610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08A071-1D5B-4870-BDE1-3D7860940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1982" y="1584731"/>
            <a:ext cx="1435618" cy="1239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C4D3E7-34AF-4BBC-820B-B9D5B5582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1982" y="3058235"/>
            <a:ext cx="1435618" cy="1239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35B180-197F-4655-9DF9-6F97871FD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1982" y="4531739"/>
            <a:ext cx="1435618" cy="12395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E411CF-DDD5-47E6-AE48-6E78CED74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98164" y="1584731"/>
            <a:ext cx="1435618" cy="1239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1CE1B6-B343-4CB0-8870-8F3029C94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98164" y="3058235"/>
            <a:ext cx="1435618" cy="12395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4DF789-75CD-4A82-A55E-B3FA178A94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531" y="521208"/>
            <a:ext cx="10302551" cy="535197"/>
          </a:xfrm>
          <a:prstGeom prst="rect">
            <a:avLst/>
          </a:prstGeom>
        </p:spPr>
        <p:txBody>
          <a:bodyPr/>
          <a:lstStyle>
            <a:lvl1pPr>
              <a:defRPr sz="32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8148E7C4-0020-4D4D-98B4-CF74932ABA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1983" y="1584731"/>
            <a:ext cx="1435618" cy="123952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0" i="0" cap="all" spc="200" baseline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#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661FBF8-345F-44C0-8E07-2ADA2912EB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8239" y="1530267"/>
            <a:ext cx="3365361" cy="3651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443AAEC-2D13-4AEA-B6F3-64CD19F537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78031" y="1798653"/>
            <a:ext cx="3365018" cy="10255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E645377D-2B37-46EC-85C8-CA0175FE7C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98439" y="1584731"/>
            <a:ext cx="1435618" cy="123952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0" i="0" cap="all" spc="200" baseline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#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2BEF198A-8B55-4495-8E2C-7353D5ECB3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2399" y="1530267"/>
            <a:ext cx="3365361" cy="3651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C1789F23-CF61-46B6-8E1F-7AB61D2742D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22191" y="1798653"/>
            <a:ext cx="3365018" cy="10255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F3E1A50-0136-4F59-B77E-5F459F00AF3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1982" y="3058235"/>
            <a:ext cx="1435618" cy="123952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0" i="0" cap="all" spc="200" baseline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#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0D867EC1-9F32-4507-9D3D-FD5C7065FB9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68798" y="3025216"/>
            <a:ext cx="3365361" cy="3651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273B4FE0-4DD8-43E5-A806-A3B5C606560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68590" y="3293602"/>
            <a:ext cx="3365018" cy="10031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9B6558B-2AB2-4BB0-B77C-1E54894F068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98438" y="3058235"/>
            <a:ext cx="1435618" cy="1239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0" i="0" cap="all" spc="200" baseline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#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0AF68C32-9E9C-41F0-9ACB-81A5B8E0616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12958" y="3025216"/>
            <a:ext cx="3365361" cy="3651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38" name="Text Placeholder 17">
            <a:extLst>
              <a:ext uri="{FF2B5EF4-FFF2-40B4-BE49-F238E27FC236}">
                <a16:creationId xmlns:a16="http://schemas.microsoft.com/office/drawing/2014/main" id="{B4555F9F-B048-4A3C-B1BD-6092008CEC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12750" y="3293602"/>
            <a:ext cx="3365018" cy="10031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F587FCAF-B449-43EB-AE84-1BF56D4ADA9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1982" y="4531739"/>
            <a:ext cx="1435618" cy="1239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0" i="0" cap="all" spc="200" baseline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#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C2A235B5-899D-4620-B89E-715B10591A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563951" y="4494630"/>
            <a:ext cx="3365361" cy="3651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7EA8C6DF-B88C-428A-90D8-86C317465F2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63743" y="4763016"/>
            <a:ext cx="3365018" cy="10031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E0C1B-BDF6-473C-82EC-3298F22A6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F3231-43C6-49F7-B336-0E3A56D6D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1B9FC-FE60-4D5B-A7C5-BE8486B6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088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E419E45-DB97-4DFC-BDE1-B4AD51B01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1503644"/>
            <a:ext cx="12192001" cy="536486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281C62C9-FFA2-4AEE-8FC3-A4DAEFE274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5562" y="514418"/>
            <a:ext cx="10515600" cy="501852"/>
          </a:xfrm>
          <a:prstGeom prst="rect">
            <a:avLst/>
          </a:prstGeom>
        </p:spPr>
        <p:txBody>
          <a:bodyPr/>
          <a:lstStyle>
            <a:lvl1pPr>
              <a:defRPr sz="320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7AA5994-F868-4A06-B33A-66C8B51E9E5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495425"/>
            <a:ext cx="10515600" cy="464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47C33-5A7A-4AED-9A52-3C23B79C6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DD258-4C4D-43B4-8A76-71FB3C4FC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DB112-1E48-4647-82C7-DB5A1769B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974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eas of Focu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11">
            <a:extLst>
              <a:ext uri="{FF2B5EF4-FFF2-40B4-BE49-F238E27FC236}">
                <a16:creationId xmlns:a16="http://schemas.microsoft.com/office/drawing/2014/main" id="{EC3DDEF0-31D2-4F9A-BC90-624839FC6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73204" y="0"/>
            <a:ext cx="7641807" cy="6858000"/>
          </a:xfrm>
          <a:custGeom>
            <a:avLst/>
            <a:gdLst>
              <a:gd name="connsiteX0" fmla="*/ 1545336 w 5726048"/>
              <a:gd name="connsiteY0" fmla="*/ 0 h 5138737"/>
              <a:gd name="connsiteX1" fmla="*/ 0 w 5726048"/>
              <a:gd name="connsiteY1" fmla="*/ 5138738 h 5138737"/>
              <a:gd name="connsiteX2" fmla="*/ 1837754 w 5726048"/>
              <a:gd name="connsiteY2" fmla="*/ 5138738 h 5138737"/>
              <a:gd name="connsiteX3" fmla="*/ 2697385 w 5726048"/>
              <a:gd name="connsiteY3" fmla="*/ 1510760 h 5138737"/>
              <a:gd name="connsiteX4" fmla="*/ 3593211 w 5726048"/>
              <a:gd name="connsiteY4" fmla="*/ 5138738 h 5138737"/>
              <a:gd name="connsiteX5" fmla="*/ 5726049 w 5726048"/>
              <a:gd name="connsiteY5" fmla="*/ 5138738 h 5138737"/>
              <a:gd name="connsiteX6" fmla="*/ 4256056 w 5726048"/>
              <a:gd name="connsiteY6" fmla="*/ 0 h 5138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26048" h="5138737">
                <a:moveTo>
                  <a:pt x="1545336" y="0"/>
                </a:moveTo>
                <a:lnTo>
                  <a:pt x="0" y="5138738"/>
                </a:lnTo>
                <a:lnTo>
                  <a:pt x="1837754" y="5138738"/>
                </a:lnTo>
                <a:lnTo>
                  <a:pt x="2697385" y="1510760"/>
                </a:lnTo>
                <a:lnTo>
                  <a:pt x="3593211" y="5138738"/>
                </a:lnTo>
                <a:lnTo>
                  <a:pt x="5726049" y="5138738"/>
                </a:lnTo>
                <a:lnTo>
                  <a:pt x="4256056" y="0"/>
                </a:lnTo>
                <a:close/>
              </a:path>
            </a:pathLst>
          </a:custGeom>
          <a:solidFill>
            <a:schemeClr val="accent5">
              <a:alpha val="1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D52DBD-FCE3-4200-8796-599AD76DB9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62" y="894716"/>
            <a:ext cx="10515600" cy="495300"/>
          </a:xfrm>
          <a:prstGeom prst="rect">
            <a:avLst/>
          </a:prstGeom>
        </p:spPr>
        <p:txBody>
          <a:bodyPr/>
          <a:lstStyle>
            <a:lvl1pPr algn="ctr">
              <a:defRPr sz="3200" cap="all" spc="200" baseline="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275A5D8-FFDD-4BA1-A19F-78CC721D90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0915" y="2215197"/>
            <a:ext cx="4376935" cy="4223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0916AEE1-7FDC-405E-B7F8-C3A7FEBD07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0707" y="2637562"/>
            <a:ext cx="4376489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C244466E-4E38-43BC-A275-2E83B59875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73464" y="2215196"/>
            <a:ext cx="4376935" cy="4223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BDF3609D-E7F8-453C-B1CF-2E48118DE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3945" y="2637561"/>
            <a:ext cx="4376490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8B6E9-9794-42AA-BDE2-2F9DF1839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59A997-FE21-4068-BD9C-7510BF6E4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242B91-07C6-4985-8E15-8D98F1A56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1360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w We Get The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1">
            <a:extLst>
              <a:ext uri="{FF2B5EF4-FFF2-40B4-BE49-F238E27FC236}">
                <a16:creationId xmlns:a16="http://schemas.microsoft.com/office/drawing/2014/main" id="{F35C7915-2A65-44A0-8407-F3A9430EA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73204" y="0"/>
            <a:ext cx="7641807" cy="6858000"/>
          </a:xfrm>
          <a:custGeom>
            <a:avLst/>
            <a:gdLst>
              <a:gd name="connsiteX0" fmla="*/ 1545336 w 5726048"/>
              <a:gd name="connsiteY0" fmla="*/ 0 h 5138737"/>
              <a:gd name="connsiteX1" fmla="*/ 0 w 5726048"/>
              <a:gd name="connsiteY1" fmla="*/ 5138738 h 5138737"/>
              <a:gd name="connsiteX2" fmla="*/ 1837754 w 5726048"/>
              <a:gd name="connsiteY2" fmla="*/ 5138738 h 5138737"/>
              <a:gd name="connsiteX3" fmla="*/ 2697385 w 5726048"/>
              <a:gd name="connsiteY3" fmla="*/ 1510760 h 5138737"/>
              <a:gd name="connsiteX4" fmla="*/ 3593211 w 5726048"/>
              <a:gd name="connsiteY4" fmla="*/ 5138738 h 5138737"/>
              <a:gd name="connsiteX5" fmla="*/ 5726049 w 5726048"/>
              <a:gd name="connsiteY5" fmla="*/ 5138738 h 5138737"/>
              <a:gd name="connsiteX6" fmla="*/ 4256056 w 5726048"/>
              <a:gd name="connsiteY6" fmla="*/ 0 h 5138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26048" h="5138737">
                <a:moveTo>
                  <a:pt x="1545336" y="0"/>
                </a:moveTo>
                <a:lnTo>
                  <a:pt x="0" y="5138738"/>
                </a:lnTo>
                <a:lnTo>
                  <a:pt x="1837754" y="5138738"/>
                </a:lnTo>
                <a:lnTo>
                  <a:pt x="2697385" y="1510760"/>
                </a:lnTo>
                <a:lnTo>
                  <a:pt x="3593211" y="5138738"/>
                </a:lnTo>
                <a:lnTo>
                  <a:pt x="5726049" y="5138738"/>
                </a:lnTo>
                <a:lnTo>
                  <a:pt x="4256056" y="0"/>
                </a:lnTo>
                <a:close/>
              </a:path>
            </a:pathLst>
          </a:custGeom>
          <a:solidFill>
            <a:schemeClr val="accent5">
              <a:alpha val="1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F257D4-C810-4CFA-8B86-45EE05E1BC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8869" y="893674"/>
            <a:ext cx="10515600" cy="495300"/>
          </a:xfrm>
          <a:prstGeom prst="rect">
            <a:avLst/>
          </a:prstGeom>
        </p:spPr>
        <p:txBody>
          <a:bodyPr/>
          <a:lstStyle>
            <a:lvl1pPr algn="ctr">
              <a:defRPr sz="3200" cap="all" spc="200" baseline="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23C10DEF-E8ED-436F-B228-86D73E3D45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5100" y="2216238"/>
            <a:ext cx="3604193" cy="4223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4CD509E6-3210-4BEC-B28E-BFF3CBD218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4893" y="2638603"/>
            <a:ext cx="3603826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98D55AF8-203B-4573-910D-40DAA7E391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6540" y="2216238"/>
            <a:ext cx="3604193" cy="4223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AD2DFF4B-F817-4BFC-B12F-1E0457EF07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06333" y="2638603"/>
            <a:ext cx="3603826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C8EFF5B-8675-4033-9576-3B84EED6C6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7980" y="2216238"/>
            <a:ext cx="3387610" cy="4223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B47FAE44-E9F0-4F90-9E79-AFB6CE26F4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07772" y="2638603"/>
            <a:ext cx="3387265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EB9BDF-11CB-4EA0-B2E4-1CD82B6ED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940558-56C3-4F42-A159-12BF88728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091AB6-67A9-4FEE-98C9-495A1CCB1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570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5036E8E-72DC-4FB2-BC8F-CA1AD2F3B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0" y="0"/>
            <a:ext cx="609599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5E96FC-B47B-4DA1-9369-B765A705FA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2287" y="2068863"/>
            <a:ext cx="4594823" cy="557552"/>
          </a:xfrm>
          <a:prstGeom prst="rect">
            <a:avLst/>
          </a:prstGeom>
        </p:spPr>
        <p:txBody>
          <a:bodyPr/>
          <a:lstStyle>
            <a:lvl1pPr>
              <a:defRPr sz="32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8800B990-833E-4C0D-A433-B21CF9A79B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2287" y="2626414"/>
            <a:ext cx="4259684" cy="2859991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25000"/>
              </a:lnSpc>
              <a:buNone/>
              <a:defRPr sz="16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7627E8A-9EB4-41E2-8847-B5BDD7FC7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3862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62D8A98-3508-4B88-A239-BBFF76D51F4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6C103218-0175-45B7-900A-DF77A2CC6BE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99" y="3429000"/>
            <a:ext cx="6096000" cy="3429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F1478D8-A909-4307-9777-531032CF2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8" y="6356350"/>
            <a:ext cx="3249170" cy="501649"/>
          </a:xfrm>
          <a:solidFill>
            <a:schemeClr val="accent1">
              <a:lumMod val="50000"/>
              <a:alpha val="9000"/>
            </a:schemeClr>
          </a:solidFill>
        </p:spPr>
        <p:txBody>
          <a:bodyPr lIns="365760" bIns="182880" anchor="b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33DDC16-EF3C-4507-A82A-86B1B82C86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45167" y="6356350"/>
            <a:ext cx="2846831" cy="501650"/>
          </a:xfrm>
          <a:solidFill>
            <a:schemeClr val="accent1">
              <a:lumMod val="50000"/>
              <a:alpha val="9000"/>
            </a:schemeClr>
          </a:solidFill>
        </p:spPr>
        <p:txBody>
          <a:bodyPr rIns="594360" bIns="18288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999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61E42000-EF35-469E-8324-0C7BD97EF7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6FEB11-3B93-4C0A-A820-D5B092929B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575851" cy="4210387"/>
          </a:xfrm>
          <a:prstGeom prst="rect">
            <a:avLst/>
          </a:prstGeom>
          <a:solidFill>
            <a:schemeClr val="accent1">
              <a:lumMod val="50000"/>
              <a:alpha val="9000"/>
            </a:schemeClr>
          </a:solidFill>
        </p:spPr>
        <p:txBody>
          <a:bodyPr lIns="868680" bIns="182880" anchor="b"/>
          <a:lstStyle>
            <a:lvl1pPr>
              <a:defRPr sz="32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CE695F7E-76BA-4A5F-9C71-C47DD1B567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4210388"/>
            <a:ext cx="5575849" cy="2118216"/>
          </a:xfrm>
          <a:prstGeom prst="rect">
            <a:avLst/>
          </a:prstGeom>
          <a:solidFill>
            <a:schemeClr val="accent1">
              <a:lumMod val="50000"/>
              <a:alpha val="9000"/>
            </a:schemeClr>
          </a:solidFill>
        </p:spPr>
        <p:txBody>
          <a:bodyPr lIns="822960" anchor="t"/>
          <a:lstStyle>
            <a:lvl1pPr marL="0" indent="0">
              <a:lnSpc>
                <a:spcPct val="125000"/>
              </a:lnSpc>
              <a:buNone/>
              <a:defRPr sz="16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66E471-F864-4D68-9682-2E0108374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331226"/>
            <a:ext cx="3497063" cy="526774"/>
          </a:xfrm>
          <a:solidFill>
            <a:schemeClr val="accent1">
              <a:lumMod val="50000"/>
              <a:alpha val="9000"/>
            </a:schemeClr>
          </a:solidFill>
        </p:spPr>
        <p:txBody>
          <a:bodyPr lIns="850392" bIns="13716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32384D-15A3-4765-AA16-FD8F27E5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7062" y="6336472"/>
            <a:ext cx="5197878" cy="529397"/>
          </a:xfrm>
          <a:solidFill>
            <a:schemeClr val="accent1">
              <a:lumMod val="50000"/>
              <a:alpha val="9000"/>
            </a:schemeClr>
          </a:solidFill>
        </p:spPr>
        <p:txBody>
          <a:bodyPr bIns="18288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BEB306-C51D-4724-AA0E-9EFA95D6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94940" y="6328604"/>
            <a:ext cx="3497060" cy="529396"/>
          </a:xfrm>
          <a:solidFill>
            <a:schemeClr val="accent1">
              <a:lumMod val="50000"/>
              <a:alpha val="9000"/>
            </a:schemeClr>
          </a:solidFill>
        </p:spPr>
        <p:txBody>
          <a:bodyPr rIns="585216" bIns="18288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546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2C545-ABF3-4111-9C70-0C513622F8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5239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851B-24D4-40F7-88DA-C06AE17096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07E50-40B2-4772-B85C-0CC91BEBC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386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fld id="{7A9E80BB-C0DF-4F1B-8821-E3FD53412E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496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h.gov.au/Parliamentary_Business/Committees/Joint/Intelligence_and_Security/CyberSecurityPackage" TargetMode="External"/><Relationship Id="rId2" Type="http://schemas.openxmlformats.org/officeDocument/2006/relationships/hyperlink" Target="https://www.aph.gov.au/Parliamentary_Business/Bills_Legislation/bd/bd2425/25bd28" TargetMode="Externa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www.aph.gov.au/Parliamentary_Business/Bills_Legislation/Bills_Search_Results/Result?bId=r7252" TargetMode="External"/><Relationship Id="rId4" Type="http://schemas.openxmlformats.org/officeDocument/2006/relationships/hyperlink" Target="https://www.aph.gov.au/Parliamentary_Business/Bills_Legislation/Bills_Search_Results/Result?bId=r725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map of australia with lights&#10;&#10;Description automatically generated">
            <a:extLst>
              <a:ext uri="{FF2B5EF4-FFF2-40B4-BE49-F238E27FC236}">
                <a16:creationId xmlns:a16="http://schemas.microsoft.com/office/drawing/2014/main" id="{28BF38C1-0138-95BB-9C01-B864A42C1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464" y="1"/>
            <a:ext cx="9166392" cy="6857999"/>
          </a:xfrm>
          <a:prstGeom prst="rect">
            <a:avLst/>
          </a:prstGeom>
        </p:spPr>
      </p:pic>
      <p:sp>
        <p:nvSpPr>
          <p:cNvPr id="18" name="Title 17">
            <a:extLst>
              <a:ext uri="{FF2B5EF4-FFF2-40B4-BE49-F238E27FC236}">
                <a16:creationId xmlns:a16="http://schemas.microsoft.com/office/drawing/2014/main" id="{40701852-AE6C-4783-8DBD-B0CBAC166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25" y="0"/>
            <a:ext cx="5758075" cy="5391215"/>
          </a:xfrm>
        </p:spPr>
        <p:txBody>
          <a:bodyPr lIns="91440" tIns="5394960" rIns="91440" bIns="45720" anchor="b"/>
          <a:lstStyle/>
          <a:p>
            <a:r>
              <a:rPr lang="en-US" dirty="0"/>
              <a:t>Australian Cyber Security Legislative package 2024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49F6AF1-A89E-415F-93B2-6E9E72D0DD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96574" y="5638060"/>
            <a:ext cx="2463229" cy="1219941"/>
          </a:xfrm>
        </p:spPr>
        <p:txBody>
          <a:bodyPr lIns="91440" tIns="45720" rIns="91440" bIns="45720" anchor="t"/>
          <a:lstStyle/>
          <a:p>
            <a:r>
              <a:rPr lang="en-US" dirty="0"/>
              <a:t>By: Laura Kirby</a:t>
            </a:r>
          </a:p>
          <a:p>
            <a:r>
              <a:rPr lang="en-US" dirty="0"/>
              <a:t>Designed by www.freepix.com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3CD0F96C-C036-4A88-B85A-765408F6F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6434138" cy="6858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224A1F6-21F4-4A67-8DDD-53AC739DF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0"/>
            <a:ext cx="59817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940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1">
            <a:extLst>
              <a:ext uri="{FF2B5EF4-FFF2-40B4-BE49-F238E27FC236}">
                <a16:creationId xmlns:a16="http://schemas.microsoft.com/office/drawing/2014/main" id="{FE58CE81-79F8-4E88-A7B1-6103D70D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9826" y="1209670"/>
            <a:ext cx="5135764" cy="495300"/>
          </a:xfrm>
        </p:spPr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104D264-19F5-47BB-9134-C9A3CEBC78E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59826" y="1817157"/>
            <a:ext cx="5135764" cy="3577259"/>
          </a:xfrm>
        </p:spPr>
        <p:txBody>
          <a:bodyPr lIns="91440" tIns="45720" rIns="91440" bIns="45720" anchor="t"/>
          <a:lstStyle/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 dirty="0"/>
              <a:t>About the package</a:t>
            </a:r>
            <a:endParaRPr lang="en-US"/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 dirty="0"/>
              <a:t>Package Timeline</a:t>
            </a: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 dirty="0"/>
              <a:t>What does the package entail?</a:t>
            </a: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 dirty="0"/>
              <a:t>What are the effects?</a:t>
            </a: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 dirty="0"/>
              <a:t>Conclusion</a:t>
            </a: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 dirty="0"/>
              <a:t>References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084D5E-27CA-4C1F-A2EC-760AE93FE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3862" y="6356350"/>
            <a:ext cx="2743200" cy="365125"/>
          </a:xfrm>
        </p:spPr>
        <p:txBody>
          <a:bodyPr/>
          <a:lstStyle/>
          <a:p>
            <a:fld id="{7A9E80BB-C0DF-4F1B-8821-E3FD53412EFF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A2A52314-D977-4B70-A52B-BD18C4129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4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5000" r="25000"/>
          <a:stretch/>
        </p:blipFill>
        <p:spPr>
          <a:xfrm>
            <a:off x="0" y="128789"/>
            <a:ext cx="6096000" cy="685800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08453B12-6818-452E-8213-837B2C232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47101" y="0"/>
            <a:ext cx="3644900" cy="6858000"/>
          </a:xfrm>
          <a:prstGeom prst="rect">
            <a:avLst/>
          </a:prstGeom>
        </p:spPr>
      </p:pic>
      <p:pic>
        <p:nvPicPr>
          <p:cNvPr id="7" name="Picture Placeholder 6" descr="A digital map">
            <a:extLst>
              <a:ext uri="{FF2B5EF4-FFF2-40B4-BE49-F238E27FC236}">
                <a16:creationId xmlns:a16="http://schemas.microsoft.com/office/drawing/2014/main" id="{9743F299-B648-D55F-EACF-B11A6D2924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3300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</p:spTree>
    <p:extLst>
      <p:ext uri="{BB962C8B-B14F-4D97-AF65-F5344CB8AC3E}">
        <p14:creationId xmlns:p14="http://schemas.microsoft.com/office/powerpoint/2010/main" val="562094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FF872A7D-E6CA-4BD5-B88B-0498D0B75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862" y="894716"/>
            <a:ext cx="10515600" cy="495300"/>
          </a:xfrm>
        </p:spPr>
        <p:txBody>
          <a:bodyPr lIns="91440" tIns="45720" rIns="91440" bIns="45720" anchor="t"/>
          <a:lstStyle/>
          <a:p>
            <a:r>
              <a:rPr lang="en-US" dirty="0"/>
              <a:t>About the package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FC41A5-6D3B-4D54-8B6D-00B49FDE21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0915" y="2215197"/>
            <a:ext cx="4376935" cy="422365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dirty="0"/>
              <a:t>Originated in the House​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56112D0-BBBB-4761-B916-CEA43C08D4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0707" y="2637562"/>
            <a:ext cx="4376489" cy="3325723"/>
          </a:xfrm>
        </p:spPr>
        <p:txBody>
          <a:bodyPr lIns="91440" tIns="45720" rIns="91440" bIns="45720" anchor="t"/>
          <a:lstStyle/>
          <a:p>
            <a:pPr marL="285750" indent="-285750">
              <a:buFont typeface="Wingdings" panose="020B0502040204020203" pitchFamily="34" charset="0"/>
              <a:buChar char="Ø"/>
            </a:pPr>
            <a:r>
              <a:rPr lang="en-US" dirty="0"/>
              <a:t>Passed three readings in both House of Representatives and Senate</a:t>
            </a:r>
          </a:p>
          <a:p>
            <a:pPr marL="285750" indent="-285750">
              <a:buFont typeface="Wingdings" panose="020B0502040204020203" pitchFamily="34" charset="0"/>
              <a:buChar char="Ø"/>
            </a:pPr>
            <a:r>
              <a:rPr lang="en-US" dirty="0">
                <a:latin typeface="Univers Light"/>
                <a:ea typeface="Open Sans"/>
                <a:cs typeface="Open Sans"/>
              </a:rPr>
              <a:t>referred to the Parliamentary Joint Committee on Intelligence and Security (PJCIS) for inquiry and report by the Honorable Tony Burke   2</a:t>
            </a:r>
            <a:endParaRPr lang="en-US" dirty="0">
              <a:latin typeface="Univers Light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85B73-7A1C-4790-86F0-401CF7417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3862" y="6356350"/>
            <a:ext cx="2743200" cy="365125"/>
          </a:xfrm>
        </p:spPr>
        <p:txBody>
          <a:bodyPr/>
          <a:lstStyle/>
          <a:p>
            <a:fld id="{7A9E80BB-C0DF-4F1B-8821-E3FD53412E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769F11A0-B10E-B264-8D3B-102584AAB4E5}"/>
              </a:ext>
            </a:extLst>
          </p:cNvPr>
          <p:cNvSpPr txBox="1">
            <a:spLocks/>
          </p:cNvSpPr>
          <p:nvPr/>
        </p:nvSpPr>
        <p:spPr>
          <a:xfrm>
            <a:off x="6628526" y="2185146"/>
            <a:ext cx="4376935" cy="42236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 cap="all" spc="200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Made of 3 separate bills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9B9F69-4108-3863-9AAD-E526251CE7FC}"/>
              </a:ext>
            </a:extLst>
          </p:cNvPr>
          <p:cNvSpPr txBox="1"/>
          <p:nvPr/>
        </p:nvSpPr>
        <p:spPr>
          <a:xfrm>
            <a:off x="6430850" y="2631582"/>
            <a:ext cx="4954073" cy="22656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sz="1600" dirty="0">
                <a:solidFill>
                  <a:schemeClr val="bg1"/>
                </a:solidFill>
                <a:latin typeface="Univers Light"/>
                <a:ea typeface="Open Sans"/>
                <a:cs typeface="Open Sans"/>
              </a:rPr>
              <a:t>Cyber Security Bill 2024</a:t>
            </a:r>
            <a:endParaRPr lang="en-US" sz="1600" dirty="0">
              <a:solidFill>
                <a:schemeClr val="bg1"/>
              </a:solidFill>
              <a:latin typeface="Univers Light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sz="1600" dirty="0">
                <a:solidFill>
                  <a:schemeClr val="bg1"/>
                </a:solidFill>
                <a:latin typeface="Univers Light"/>
                <a:ea typeface="Open Sans"/>
                <a:cs typeface="Open Sans"/>
              </a:rPr>
              <a:t>Intelligence Services and Other Legislation Amendment (Cyber Security) Bill 2024</a:t>
            </a:r>
            <a:endParaRPr lang="en-US" sz="1600">
              <a:solidFill>
                <a:schemeClr val="bg1"/>
              </a:solidFill>
              <a:latin typeface="Univers Light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sz="1600" dirty="0">
                <a:solidFill>
                  <a:schemeClr val="bg1"/>
                </a:solidFill>
                <a:latin typeface="Univers Light"/>
                <a:ea typeface="Open Sans"/>
                <a:cs typeface="Open Sans"/>
              </a:rPr>
              <a:t>Security of Critical Infrastructure and Other Legislation Amendment (Enhanced Response and Prevention) Bill 2024   2</a:t>
            </a:r>
            <a:endParaRPr lang="en-US" sz="1600" dirty="0">
              <a:solidFill>
                <a:schemeClr val="bg1"/>
              </a:solidFill>
              <a:latin typeface="Univers Light"/>
            </a:endParaRPr>
          </a:p>
        </p:txBody>
      </p:sp>
    </p:spTree>
    <p:extLst>
      <p:ext uri="{BB962C8B-B14F-4D97-AF65-F5344CB8AC3E}">
        <p14:creationId xmlns:p14="http://schemas.microsoft.com/office/powerpoint/2010/main" val="2626334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A6B93859-6CC9-460B-B8B1-418AD8A8F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562" y="514418"/>
            <a:ext cx="10515600" cy="501852"/>
          </a:xfrm>
        </p:spPr>
        <p:txBody>
          <a:bodyPr/>
          <a:lstStyle/>
          <a:p>
            <a:r>
              <a:rPr lang="en-US" noProof="0" dirty="0"/>
              <a:t>Timeline</a:t>
            </a:r>
            <a:endParaRPr lang="en-US" dirty="0"/>
          </a:p>
        </p:txBody>
      </p:sp>
      <p:graphicFrame>
        <p:nvGraphicFramePr>
          <p:cNvPr id="20" name="Content Placeholder 6">
            <a:extLst>
              <a:ext uri="{FF2B5EF4-FFF2-40B4-BE49-F238E27FC236}">
                <a16:creationId xmlns:a16="http://schemas.microsoft.com/office/drawing/2014/main" id="{8975F31C-03AB-4E9E-A587-C62299315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174558698"/>
              </p:ext>
            </p:extLst>
          </p:nvPr>
        </p:nvGraphicFramePr>
        <p:xfrm>
          <a:off x="838200" y="1495425"/>
          <a:ext cx="10515600" cy="4649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D2F98-0CDA-431A-810A-FD67B3952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3862" y="6356350"/>
            <a:ext cx="2743200" cy="365125"/>
          </a:xfrm>
        </p:spPr>
        <p:txBody>
          <a:bodyPr/>
          <a:lstStyle/>
          <a:p>
            <a:fld id="{7A9E80BB-C0DF-4F1B-8821-E3FD53412E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626" name="TextBox 3625">
            <a:extLst>
              <a:ext uri="{FF2B5EF4-FFF2-40B4-BE49-F238E27FC236}">
                <a16:creationId xmlns:a16="http://schemas.microsoft.com/office/drawing/2014/main" id="{F82FC43B-7027-59C5-CC81-A8E1C58A1A20}"/>
              </a:ext>
            </a:extLst>
          </p:cNvPr>
          <p:cNvSpPr txBox="1"/>
          <p:nvPr/>
        </p:nvSpPr>
        <p:spPr>
          <a:xfrm>
            <a:off x="10730139" y="5309037"/>
            <a:ext cx="63036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0088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itle 140">
            <a:extLst>
              <a:ext uri="{FF2B5EF4-FFF2-40B4-BE49-F238E27FC236}">
                <a16:creationId xmlns:a16="http://schemas.microsoft.com/office/drawing/2014/main" id="{E594E37C-93FC-43FF-B313-BE92A41B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What the package Entails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1558309-B7AA-4FDD-B88B-6D05CB8E09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1184" y="1497168"/>
            <a:ext cx="3604193" cy="422365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dirty="0"/>
              <a:t>Cyber security Bill 2024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D8A8A927-ECB7-4124-BC5A-E06B39FD48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6865" y="2177110"/>
            <a:ext cx="3603826" cy="3325723"/>
          </a:xfrm>
        </p:spPr>
        <p:txBody>
          <a:bodyPr lIns="91440" tIns="45720" rIns="91440" bIns="45720" anchor="t"/>
          <a:lstStyle/>
          <a:p>
            <a:pPr marL="285750" indent="-285750">
              <a:buFont typeface="Wingdings" panose="020B0502040204020203" pitchFamily="34" charset="0"/>
              <a:buChar char="Ø"/>
            </a:pPr>
            <a:r>
              <a:rPr lang="en-US" sz="2400" dirty="0"/>
              <a:t>Manufacturers and suppliers must meet the ministerial rules for smart devices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13DC7F21-85DF-455E-8D6B-FF4A5457DD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2446" y="4302124"/>
            <a:ext cx="3850671" cy="3325723"/>
          </a:xfrm>
        </p:spPr>
        <p:txBody>
          <a:bodyPr lIns="91440" tIns="45720" rIns="91440" bIns="45720" anchor="t"/>
          <a:lstStyle/>
          <a:p>
            <a:pPr marL="285750" indent="-285750">
              <a:buFont typeface="Wingdings" panose="020B0502040204020203" pitchFamily="34" charset="0"/>
              <a:buChar char="Ø"/>
            </a:pPr>
            <a:r>
              <a:rPr lang="en-US" sz="2400" dirty="0"/>
              <a:t>Ransomware payments must be reported to the Commonwealth within 72 hours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D66B6DB-A18A-4F22-A255-7576381C1D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96392" y="2177110"/>
            <a:ext cx="5759124" cy="1941245"/>
          </a:xfrm>
        </p:spPr>
        <p:txBody>
          <a:bodyPr lIns="91440" tIns="45720" rIns="91440" bIns="45720" anchor="t"/>
          <a:lstStyle/>
          <a:p>
            <a:pPr marL="285750" indent="-285750">
              <a:buFont typeface="Wingdings" panose="020B0502040204020203" pitchFamily="34" charset="0"/>
              <a:buChar char="Ø"/>
            </a:pPr>
            <a:r>
              <a:rPr lang="en-US" sz="2400" dirty="0"/>
              <a:t>establish a limited use obligation to restrict the sharing of information provided to the National Cyber Security Coordinator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84746-F07E-4747-9C12-138CEF640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E80BB-C0DF-4F1B-8821-E3FD53412E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Text Placeholder 59">
            <a:extLst>
              <a:ext uri="{FF2B5EF4-FFF2-40B4-BE49-F238E27FC236}">
                <a16:creationId xmlns:a16="http://schemas.microsoft.com/office/drawing/2014/main" id="{429000D5-CFA0-AF01-736E-F6E096B20AD5}"/>
              </a:ext>
            </a:extLst>
          </p:cNvPr>
          <p:cNvSpPr txBox="1">
            <a:spLocks/>
          </p:cNvSpPr>
          <p:nvPr/>
        </p:nvSpPr>
        <p:spPr>
          <a:xfrm>
            <a:off x="5911016" y="4304270"/>
            <a:ext cx="5771769" cy="332572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20B0502040204020203" pitchFamily="34" charset="0"/>
              <a:buChar char="Ø"/>
            </a:pPr>
            <a:r>
              <a:rPr lang="en-US" sz="2400" dirty="0"/>
              <a:t>establish Cyber Incident Review Board to conduct reviews after cybersecurity incidents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33EE4B-8D83-ED72-FFEB-A96626F223AB}"/>
              </a:ext>
            </a:extLst>
          </p:cNvPr>
          <p:cNvSpPr txBox="1"/>
          <p:nvPr/>
        </p:nvSpPr>
        <p:spPr>
          <a:xfrm>
            <a:off x="10461829" y="6028107"/>
            <a:ext cx="63036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dirty="0">
                <a:solidFill>
                  <a:schemeClr val="bg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01854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itle 140">
            <a:extLst>
              <a:ext uri="{FF2B5EF4-FFF2-40B4-BE49-F238E27FC236}">
                <a16:creationId xmlns:a16="http://schemas.microsoft.com/office/drawing/2014/main" id="{E594E37C-93FC-43FF-B313-BE92A41B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What the package Entails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D8A8A927-ECB7-4124-BC5A-E06B39FD48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6358" y="3100096"/>
            <a:ext cx="3603826" cy="1962709"/>
          </a:xfrm>
        </p:spPr>
        <p:txBody>
          <a:bodyPr lIns="91440" tIns="45720" rIns="91440" bIns="45720" anchor="t"/>
          <a:lstStyle/>
          <a:p>
            <a:pPr marL="342900" indent="-342900">
              <a:buFont typeface="Wingdings" panose="020B0502040204020203" pitchFamily="34" charset="0"/>
              <a:buChar char="Ø"/>
            </a:pPr>
            <a:r>
              <a:rPr lang="en-US" sz="2400" dirty="0"/>
              <a:t>Make Amendments to Intelligence Services Act 2001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13DC7F21-85DF-455E-8D6B-FF4A5457DD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27290" y="3035702"/>
            <a:ext cx="3603826" cy="3325723"/>
          </a:xfrm>
        </p:spPr>
        <p:txBody>
          <a:bodyPr lIns="91440" tIns="45720" rIns="91440" bIns="45720" anchor="t"/>
          <a:lstStyle/>
          <a:p>
            <a:pPr marL="285750" indent="-285750">
              <a:buFont typeface="Wingdings" panose="020B0502040204020203" pitchFamily="34" charset="0"/>
              <a:buChar char="Ø"/>
            </a:pPr>
            <a:r>
              <a:rPr lang="en-US" sz="2400" dirty="0"/>
              <a:t>apply a limited use obligation to information obtained by the Australian Signals Directorate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84746-F07E-4747-9C12-138CEF640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E80BB-C0DF-4F1B-8821-E3FD53412E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 Placeholder 52">
            <a:extLst>
              <a:ext uri="{FF2B5EF4-FFF2-40B4-BE49-F238E27FC236}">
                <a16:creationId xmlns:a16="http://schemas.microsoft.com/office/drawing/2014/main" id="{7B6960C6-832A-44D0-DDF3-12424FDFDDC4}"/>
              </a:ext>
            </a:extLst>
          </p:cNvPr>
          <p:cNvSpPr txBox="1">
            <a:spLocks/>
          </p:cNvSpPr>
          <p:nvPr/>
        </p:nvSpPr>
        <p:spPr>
          <a:xfrm>
            <a:off x="2705240" y="1550832"/>
            <a:ext cx="6759516" cy="561884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 cap="all" spc="200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Franklin Gothic Demi Cond"/>
                <a:ea typeface="Open Sans"/>
                <a:cs typeface="Open Sans"/>
              </a:rPr>
              <a:t>Intelligence Services and Other Legislation Amendment (Cyber Security) Bill 2024</a:t>
            </a:r>
          </a:p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5F01FD-4B55-40B1-6505-DA664DCBBD6C}"/>
              </a:ext>
            </a:extLst>
          </p:cNvPr>
          <p:cNvSpPr txBox="1"/>
          <p:nvPr/>
        </p:nvSpPr>
        <p:spPr>
          <a:xfrm>
            <a:off x="9957407" y="6028106"/>
            <a:ext cx="63036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1, 3</a:t>
            </a:r>
          </a:p>
        </p:txBody>
      </p:sp>
      <p:sp>
        <p:nvSpPr>
          <p:cNvPr id="5" name="Text Placeholder 59">
            <a:extLst>
              <a:ext uri="{FF2B5EF4-FFF2-40B4-BE49-F238E27FC236}">
                <a16:creationId xmlns:a16="http://schemas.microsoft.com/office/drawing/2014/main" id="{25FDFE67-C6BB-257D-490C-FA6FB9DC9384}"/>
              </a:ext>
            </a:extLst>
          </p:cNvPr>
          <p:cNvSpPr txBox="1">
            <a:spLocks/>
          </p:cNvSpPr>
          <p:nvPr/>
        </p:nvSpPr>
        <p:spPr>
          <a:xfrm>
            <a:off x="7928703" y="3016383"/>
            <a:ext cx="3614558" cy="231687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20B0502040204020203" pitchFamily="34" charset="0"/>
              <a:buChar char="Ø"/>
            </a:pPr>
            <a:r>
              <a:rPr lang="en-US" sz="2400" dirty="0"/>
              <a:t>implement certain measures proposed by the 2023-2030 Australian Cyber Security Strategy</a:t>
            </a:r>
          </a:p>
          <a:p>
            <a:pPr marL="285750" indent="-285750">
              <a:buFont typeface="Wingdings" panose="020B0502040204020203" pitchFamily="34" charset="0"/>
              <a:buChar char="Ø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514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itle 140">
            <a:extLst>
              <a:ext uri="{FF2B5EF4-FFF2-40B4-BE49-F238E27FC236}">
                <a16:creationId xmlns:a16="http://schemas.microsoft.com/office/drawing/2014/main" id="{E594E37C-93FC-43FF-B313-BE92A41B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What the package Entails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1558309-B7AA-4FDD-B88B-6D05CB8E09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51578" y="1593760"/>
            <a:ext cx="6523403" cy="1162900"/>
          </a:xfrm>
        </p:spPr>
        <p:txBody>
          <a:bodyPr lIns="91440" tIns="45720" rIns="91440" bIns="45720" anchor="t">
            <a:normAutofit/>
          </a:bodyPr>
          <a:lstStyle/>
          <a:p>
            <a:pPr algn="ctr"/>
            <a:r>
              <a:rPr lang="en-US" dirty="0"/>
              <a:t>Security of Critical Infrastructure and Other Legislation Amendment (Enhanced Response and Prevention) Bill 2024</a:t>
            </a:r>
            <a:endParaRPr lang="en-US"/>
          </a:p>
          <a:p>
            <a:pPr algn="ctr"/>
            <a:endParaRPr lang="en-US" dirty="0"/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D8A8A927-ECB7-4124-BC5A-E06B39FD48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51738" y="2767391"/>
            <a:ext cx="3603826" cy="1350963"/>
          </a:xfrm>
        </p:spPr>
        <p:txBody>
          <a:bodyPr lIns="91440" tIns="45720" rIns="91440" bIns="45720" anchor="t"/>
          <a:lstStyle/>
          <a:p>
            <a:pPr marL="285750" indent="-285750">
              <a:buFont typeface="Wingdings" panose="020B0502040204020203" pitchFamily="34" charset="0"/>
              <a:buChar char="Ø"/>
            </a:pPr>
            <a:r>
              <a:rPr lang="en-US" sz="2400" dirty="0"/>
              <a:t>Amends Security of Critical Infrastructure Act 2018</a:t>
            </a:r>
            <a:endParaRPr lang="en-US" dirty="0"/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13DC7F21-85DF-455E-8D6B-FF4A5457DD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71967" y="4688490"/>
            <a:ext cx="3850671" cy="3325723"/>
          </a:xfrm>
        </p:spPr>
        <p:txBody>
          <a:bodyPr lIns="91440" tIns="45720" rIns="91440" bIns="45720" anchor="t"/>
          <a:lstStyle/>
          <a:p>
            <a:pPr marL="285750" indent="-285750">
              <a:buFont typeface="Wingdings" panose="020B0502040204020203" pitchFamily="34" charset="0"/>
              <a:buChar char="Ø"/>
            </a:pPr>
            <a:r>
              <a:rPr lang="en-US" sz="2400" dirty="0"/>
              <a:t>Consolidate security requirements for critical telecommunication assets</a:t>
            </a:r>
            <a:endParaRPr lang="en-US" dirty="0"/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D66B6DB-A18A-4F22-A255-7576381C1D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14448" y="2745927"/>
            <a:ext cx="5759124" cy="1941245"/>
          </a:xfrm>
        </p:spPr>
        <p:txBody>
          <a:bodyPr lIns="91440" tIns="45720" rIns="91440" bIns="45720" anchor="t"/>
          <a:lstStyle/>
          <a:p>
            <a:pPr marL="285750" indent="-285750">
              <a:buFont typeface="Wingdings" panose="020B0502040204020203" pitchFamily="34" charset="0"/>
              <a:buChar char="Ø"/>
            </a:pPr>
            <a:r>
              <a:rPr lang="en-US" sz="2400" dirty="0"/>
              <a:t>Expand government assistance framework to make management of consequences and impacts of incidents easier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84746-F07E-4747-9C12-138CEF640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E80BB-C0DF-4F1B-8821-E3FD53412E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Text Placeholder 59">
            <a:extLst>
              <a:ext uri="{FF2B5EF4-FFF2-40B4-BE49-F238E27FC236}">
                <a16:creationId xmlns:a16="http://schemas.microsoft.com/office/drawing/2014/main" id="{429000D5-CFA0-AF01-736E-F6E096B20AD5}"/>
              </a:ext>
            </a:extLst>
          </p:cNvPr>
          <p:cNvSpPr txBox="1">
            <a:spLocks/>
          </p:cNvSpPr>
          <p:nvPr/>
        </p:nvSpPr>
        <p:spPr>
          <a:xfrm>
            <a:off x="5911016" y="4690636"/>
            <a:ext cx="5771769" cy="332572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20B0502040204020203" pitchFamily="34" charset="0"/>
              <a:buChar char="Ø"/>
            </a:pPr>
            <a:r>
              <a:rPr lang="en-US" sz="2400" dirty="0"/>
              <a:t>enable the regulator to direct an entity to remedy a seriously deficient risk management program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33EE4B-8D83-ED72-FFEB-A96626F223AB}"/>
              </a:ext>
            </a:extLst>
          </p:cNvPr>
          <p:cNvSpPr txBox="1"/>
          <p:nvPr/>
        </p:nvSpPr>
        <p:spPr>
          <a:xfrm>
            <a:off x="10461829" y="6028107"/>
            <a:ext cx="63036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72906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itle 140">
            <a:extLst>
              <a:ext uri="{FF2B5EF4-FFF2-40B4-BE49-F238E27FC236}">
                <a16:creationId xmlns:a16="http://schemas.microsoft.com/office/drawing/2014/main" id="{E594E37C-93FC-43FF-B313-BE92A41B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What are the effects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D8A8A927-ECB7-4124-BC5A-E06B39FD48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6358" y="3100096"/>
            <a:ext cx="3603826" cy="1962709"/>
          </a:xfrm>
        </p:spPr>
        <p:txBody>
          <a:bodyPr lIns="91440" tIns="45720" rIns="91440" bIns="45720" anchor="t"/>
          <a:lstStyle/>
          <a:p>
            <a:pPr marL="342900" indent="-342900">
              <a:buFont typeface="Wingdings" panose="020B0502040204020203" pitchFamily="34" charset="0"/>
              <a:buChar char="Ø"/>
            </a:pPr>
            <a:r>
              <a:rPr lang="en-US" sz="2400" dirty="0"/>
              <a:t>First of its kind legislation for Australia</a:t>
            </a:r>
            <a:endParaRPr lang="en-US" dirty="0"/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13DC7F21-85DF-455E-8D6B-FF4A5457DD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27290" y="3035702"/>
            <a:ext cx="3603826" cy="3325723"/>
          </a:xfrm>
        </p:spPr>
        <p:txBody>
          <a:bodyPr lIns="91440" tIns="45720" rIns="91440" bIns="45720" anchor="t"/>
          <a:lstStyle/>
          <a:p>
            <a:pPr marL="285750" indent="-285750">
              <a:buFont typeface="Wingdings" panose="020B0502040204020203" pitchFamily="34" charset="0"/>
              <a:buChar char="Ø"/>
            </a:pPr>
            <a:r>
              <a:rPr lang="en-US" sz="2400" dirty="0"/>
              <a:t>Brings standards for disclosure of government and manufacturers on par/above that of the UK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84746-F07E-4747-9C12-138CEF640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E80BB-C0DF-4F1B-8821-E3FD53412EF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 Placeholder 59">
            <a:extLst>
              <a:ext uri="{FF2B5EF4-FFF2-40B4-BE49-F238E27FC236}">
                <a16:creationId xmlns:a16="http://schemas.microsoft.com/office/drawing/2014/main" id="{25FDFE67-C6BB-257D-490C-FA6FB9DC9384}"/>
              </a:ext>
            </a:extLst>
          </p:cNvPr>
          <p:cNvSpPr txBox="1">
            <a:spLocks/>
          </p:cNvSpPr>
          <p:nvPr/>
        </p:nvSpPr>
        <p:spPr>
          <a:xfrm>
            <a:off x="7928703" y="3016383"/>
            <a:ext cx="3614558" cy="231687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20B0502040204020203" pitchFamily="34" charset="0"/>
              <a:buChar char="Ø"/>
            </a:pPr>
            <a:r>
              <a:rPr lang="en-US" sz="2400" dirty="0"/>
              <a:t>Fills gaps in Australia's cyber security infrastructure</a:t>
            </a:r>
            <a:endParaRPr lang="en-US" dirty="0"/>
          </a:p>
          <a:p>
            <a:pPr marL="285750" indent="-285750">
              <a:buFont typeface="Wingdings" panose="020B0502040204020203" pitchFamily="34" charset="0"/>
              <a:buChar char="Ø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71892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itle 140">
            <a:extLst>
              <a:ext uri="{FF2B5EF4-FFF2-40B4-BE49-F238E27FC236}">
                <a16:creationId xmlns:a16="http://schemas.microsoft.com/office/drawing/2014/main" id="{E594E37C-93FC-43FF-B313-BE92A41B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Conclusion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D8A8A927-ECB7-4124-BC5A-E06B39FD48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6358" y="3100096"/>
            <a:ext cx="3603826" cy="1962709"/>
          </a:xfrm>
        </p:spPr>
        <p:txBody>
          <a:bodyPr lIns="91440" tIns="45720" rIns="91440" bIns="45720" anchor="t"/>
          <a:lstStyle/>
          <a:p>
            <a:pPr marL="342900" indent="-342900">
              <a:buFont typeface="Wingdings" panose="020B0502040204020203" pitchFamily="34" charset="0"/>
              <a:buChar char="Ø"/>
            </a:pPr>
            <a:r>
              <a:rPr lang="en-US" sz="2400" dirty="0"/>
              <a:t>Major passing of three bills, highly supported by all sides</a:t>
            </a:r>
            <a:endParaRPr lang="en-US" dirty="0"/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13DC7F21-85DF-455E-8D6B-FF4A5457DD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27290" y="3035702"/>
            <a:ext cx="3603826" cy="3325723"/>
          </a:xfrm>
        </p:spPr>
        <p:txBody>
          <a:bodyPr lIns="91440" tIns="45720" rIns="91440" bIns="45720" anchor="t"/>
          <a:lstStyle/>
          <a:p>
            <a:pPr marL="285750" indent="-285750">
              <a:buFont typeface="Wingdings" panose="020B0502040204020203" pitchFamily="34" charset="0"/>
              <a:buChar char="Ø"/>
            </a:pPr>
            <a:r>
              <a:rPr lang="en-US" sz="2400" dirty="0"/>
              <a:t>Fulfilling promises made 2023-230 Australian Cyber Security Strategy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84746-F07E-4747-9C12-138CEF640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E80BB-C0DF-4F1B-8821-E3FD53412EF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 Placeholder 59">
            <a:extLst>
              <a:ext uri="{FF2B5EF4-FFF2-40B4-BE49-F238E27FC236}">
                <a16:creationId xmlns:a16="http://schemas.microsoft.com/office/drawing/2014/main" id="{25FDFE67-C6BB-257D-490C-FA6FB9DC9384}"/>
              </a:ext>
            </a:extLst>
          </p:cNvPr>
          <p:cNvSpPr txBox="1">
            <a:spLocks/>
          </p:cNvSpPr>
          <p:nvPr/>
        </p:nvSpPr>
        <p:spPr>
          <a:xfrm>
            <a:off x="7928703" y="3016383"/>
            <a:ext cx="3614558" cy="231687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16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20B0502040204020203" pitchFamily="34" charset="0"/>
              <a:buChar char="Ø"/>
            </a:pPr>
            <a:r>
              <a:rPr lang="en-US" sz="2400" dirty="0"/>
              <a:t>Australia trying to set the standard, encourage communication, and lead the world</a:t>
            </a:r>
            <a:endParaRPr lang="en-US" dirty="0"/>
          </a:p>
          <a:p>
            <a:pPr marL="285750" indent="-285750">
              <a:buFont typeface="Wingdings" panose="020B0502040204020203" pitchFamily="34" charset="0"/>
              <a:buChar char="Ø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4869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95">
            <a:extLst>
              <a:ext uri="{FF2B5EF4-FFF2-40B4-BE49-F238E27FC236}">
                <a16:creationId xmlns:a16="http://schemas.microsoft.com/office/drawing/2014/main" id="{C04FF0B6-BBBC-42F6-A65B-1BF7AB76E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531" y="521208"/>
            <a:ext cx="10302551" cy="535197"/>
          </a:xfrm>
        </p:spPr>
        <p:txBody>
          <a:bodyPr lIns="91440" tIns="45720" rIns="91440" bIns="45720" anchor="t"/>
          <a:lstStyle/>
          <a:p>
            <a:r>
              <a:rPr lang="en-US" dirty="0"/>
              <a:t>References</a:t>
            </a:r>
          </a:p>
        </p:txBody>
      </p:sp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CFCF63D9-E2D6-403F-94C3-E0434C3FFA4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51983" y="1584731"/>
            <a:ext cx="1435618" cy="1239520"/>
          </a:xfrm>
        </p:spPr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D819B13-7A74-4D66-BBD4-FC7C292B854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67299" y="1530343"/>
            <a:ext cx="3461609" cy="1444161"/>
          </a:xfrm>
        </p:spPr>
        <p:txBody>
          <a:bodyPr lIns="91440" tIns="45720" rIns="91440" bIns="45720" anchor="t"/>
          <a:lstStyle/>
          <a:p>
            <a:r>
              <a:rPr lang="en-US" sz="1200" dirty="0">
                <a:latin typeface="Times New Roman"/>
                <a:cs typeface="Times New Roman"/>
              </a:rPr>
              <a:t>Contact, C. P. A. H. C. a. 2. (2024, November </a:t>
            </a:r>
            <a:endParaRPr lang="en-US">
              <a:latin typeface="Univers Light"/>
              <a:cs typeface="Times New Roman"/>
            </a:endParaRPr>
          </a:p>
          <a:p>
            <a:r>
              <a:rPr lang="en-US" sz="1200" dirty="0">
                <a:latin typeface="Times New Roman"/>
                <a:cs typeface="Times New Roman"/>
              </a:rPr>
              <a:t> 7). </a:t>
            </a:r>
            <a:r>
              <a:rPr lang="en-US" sz="1200" i="1" dirty="0">
                <a:latin typeface="Times New Roman"/>
                <a:cs typeface="Times New Roman"/>
              </a:rPr>
              <a:t>Cyber Security Bill 2024 [and] </a:t>
            </a:r>
            <a:endParaRPr lang="en-US">
              <a:latin typeface="Univers Light"/>
              <a:cs typeface="Times New Roman"/>
            </a:endParaRPr>
          </a:p>
          <a:p>
            <a:r>
              <a:rPr lang="en-US" sz="1200" i="1" dirty="0">
                <a:latin typeface="Times New Roman"/>
                <a:cs typeface="Times New Roman"/>
              </a:rPr>
              <a:t> Intelligence Services and Other Legislation</a:t>
            </a:r>
            <a:endParaRPr lang="en-US" dirty="0">
              <a:latin typeface="Univers Light"/>
              <a:cs typeface="Times New Roman"/>
            </a:endParaRPr>
          </a:p>
          <a:p>
            <a:r>
              <a:rPr lang="en-US" sz="1200" i="1" dirty="0">
                <a:latin typeface="Times New Roman"/>
                <a:cs typeface="Times New Roman"/>
              </a:rPr>
              <a:t> Amendment (Cyber Security) Bill 2024</a:t>
            </a:r>
            <a:r>
              <a:rPr lang="en-US" sz="1200" dirty="0">
                <a:latin typeface="Times New Roman"/>
                <a:cs typeface="Times New Roman"/>
              </a:rPr>
              <a:t>.</a:t>
            </a:r>
            <a:endParaRPr lang="en-US" dirty="0">
              <a:latin typeface="Univers Light"/>
              <a:cs typeface="Times New Roman"/>
            </a:endParaRPr>
          </a:p>
          <a:p>
            <a:r>
              <a:rPr lang="en-US" sz="1200" dirty="0">
                <a:latin typeface="Times New Roman"/>
                <a:cs typeface="Times New Roman"/>
                <a:hlinkClick r:id="rId2"/>
              </a:rPr>
              <a:t>https://www.aph.gov.au/Parliamentary_Business/Bills_Legislation/bd/bd2425/25bd28</a:t>
            </a:r>
            <a:endParaRPr lang="en-US" dirty="0"/>
          </a:p>
          <a:p>
            <a:endParaRPr lang="en-US" dirty="0"/>
          </a:p>
        </p:txBody>
      </p: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11D25DA7-A8FF-4963-ADF1-4D6DFE4BE1B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98439" y="1584731"/>
            <a:ext cx="1435618" cy="1239520"/>
          </a:xfrm>
        </p:spPr>
        <p:txBody>
          <a:bodyPr lIns="91440" tIns="45720" rIns="91440" bIns="45720" anchor="ctr">
            <a:no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79" name="Text Placeholder 78">
            <a:extLst>
              <a:ext uri="{FF2B5EF4-FFF2-40B4-BE49-F238E27FC236}">
                <a16:creationId xmlns:a16="http://schemas.microsoft.com/office/drawing/2014/main" id="{0F98A4B2-BF99-408D-8724-045FF697BE6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51982" y="3058235"/>
            <a:ext cx="1435618" cy="1239520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7BFFDA6C-D53B-44FD-87E5-9C72FAE4098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568590" y="3057489"/>
            <a:ext cx="3354286" cy="1239282"/>
          </a:xfrm>
        </p:spPr>
        <p:txBody>
          <a:bodyPr lIns="91440" tIns="45720" rIns="91440" bIns="45720" anchor="t"/>
          <a:lstStyle/>
          <a:p>
            <a:r>
              <a:rPr lang="en-US" sz="1200" dirty="0">
                <a:latin typeface="Times New Roman"/>
                <a:cs typeface="Times New Roman"/>
              </a:rPr>
              <a:t>Contact, C. P. A. H. C. a. 2. (2024b, November  27). </a:t>
            </a:r>
            <a:r>
              <a:rPr lang="en-US" sz="1200" i="1" dirty="0">
                <a:latin typeface="Times New Roman"/>
                <a:cs typeface="Times New Roman"/>
              </a:rPr>
              <a:t>Cyber Security Legislative Package </a:t>
            </a:r>
            <a:endParaRPr lang="en-US">
              <a:latin typeface="Univers Light"/>
              <a:cs typeface="Times New Roman"/>
            </a:endParaRPr>
          </a:p>
          <a:p>
            <a:r>
              <a:rPr lang="en-US" sz="1200" i="1" dirty="0">
                <a:latin typeface="Times New Roman"/>
                <a:cs typeface="Times New Roman"/>
              </a:rPr>
              <a:t> 2024</a:t>
            </a:r>
            <a:r>
              <a:rPr lang="en-US" sz="1200" dirty="0">
                <a:latin typeface="Times New Roman"/>
                <a:cs typeface="Times New Roman"/>
              </a:rPr>
              <a:t>. </a:t>
            </a:r>
            <a:r>
              <a:rPr lang="en-US" sz="1200" dirty="0">
                <a:latin typeface="Times New Roman"/>
                <a:cs typeface="Times New Roman"/>
                <a:hlinkClick r:id="rId3"/>
              </a:rPr>
              <a:t>https://www.aph.gov.au/Parliamentary_Business/Committees/Joint/Intelligence_and_Security/CyberSecurityPackage</a:t>
            </a:r>
            <a:endParaRPr lang="en-US"/>
          </a:p>
          <a:p>
            <a:endParaRPr lang="en-US" dirty="0"/>
          </a:p>
        </p:txBody>
      </p:sp>
      <p:sp>
        <p:nvSpPr>
          <p:cNvPr id="82" name="Text Placeholder 81">
            <a:extLst>
              <a:ext uri="{FF2B5EF4-FFF2-40B4-BE49-F238E27FC236}">
                <a16:creationId xmlns:a16="http://schemas.microsoft.com/office/drawing/2014/main" id="{33ED7FFD-161A-404B-9C4A-C649608C83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98438" y="3058235"/>
            <a:ext cx="1435618" cy="1239520"/>
          </a:xfrm>
        </p:spPr>
        <p:txBody>
          <a:bodyPr lIns="91440" tIns="45720" rIns="91440" bIns="45720" anchor="ctr">
            <a:no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94F58DEC-39A6-43C5-B4FA-24D93AEBF1E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94694" y="2971631"/>
            <a:ext cx="3365018" cy="1411001"/>
          </a:xfrm>
        </p:spPr>
        <p:txBody>
          <a:bodyPr lIns="91440" tIns="45720" rIns="91440" bIns="45720" anchor="t"/>
          <a:lstStyle/>
          <a:p>
            <a:r>
              <a:rPr lang="en-US" sz="1200" dirty="0">
                <a:latin typeface="Times New Roman"/>
                <a:cs typeface="Times New Roman"/>
              </a:rPr>
              <a:t>Contact, C. P. A. H. C. a. 2. (2021b, June 2).</a:t>
            </a:r>
            <a:endParaRPr lang="en-US" dirty="0">
              <a:latin typeface="Univers Light"/>
              <a:cs typeface="Times New Roman"/>
            </a:endParaRPr>
          </a:p>
          <a:p>
            <a:r>
              <a:rPr lang="en-US" sz="1200" i="1" dirty="0">
                <a:latin typeface="Times New Roman"/>
                <a:cs typeface="Times New Roman"/>
              </a:rPr>
              <a:t> Security of Critical Infrastructure and Other</a:t>
            </a:r>
            <a:endParaRPr lang="en-US" dirty="0">
              <a:latin typeface="Univers Light"/>
              <a:cs typeface="Times New Roman"/>
            </a:endParaRPr>
          </a:p>
          <a:p>
            <a:r>
              <a:rPr lang="en-US" sz="1200" i="1" dirty="0">
                <a:latin typeface="Times New Roman"/>
                <a:cs typeface="Times New Roman"/>
              </a:rPr>
              <a:t> Legislation Amendment (Enhanced Response</a:t>
            </a:r>
            <a:endParaRPr lang="en-US" dirty="0">
              <a:latin typeface="Univers Light"/>
              <a:cs typeface="Times New Roman"/>
            </a:endParaRPr>
          </a:p>
          <a:p>
            <a:r>
              <a:rPr lang="en-US" sz="1200" i="1" dirty="0">
                <a:latin typeface="Times New Roman"/>
                <a:cs typeface="Times New Roman"/>
              </a:rPr>
              <a:t> and Prevention) Bill 2024</a:t>
            </a:r>
            <a:r>
              <a:rPr lang="en-US" sz="1200" dirty="0">
                <a:latin typeface="Times New Roman"/>
                <a:cs typeface="Times New Roman"/>
              </a:rPr>
              <a:t>. </a:t>
            </a:r>
            <a:r>
              <a:rPr lang="en-US" sz="1200" dirty="0">
                <a:latin typeface="Times New Roman"/>
                <a:cs typeface="Times New Roman"/>
                <a:hlinkClick r:id="rId4"/>
              </a:rPr>
              <a:t>https://www.aph.gov.au/Parliamentary_Business/Bills_Legislation/Bills_Search_Results/Result?bId=r7255</a:t>
            </a:r>
            <a:endParaRPr lang="en-US"/>
          </a:p>
          <a:p>
            <a:endParaRPr lang="en-US" sz="12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689C4963-281E-43A5-B4B6-649CE13DE56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790419" y="1500369"/>
            <a:ext cx="3365018" cy="1411001"/>
          </a:xfrm>
        </p:spPr>
        <p:txBody>
          <a:bodyPr lIns="91440" tIns="45720" rIns="91440" bIns="45720" anchor="t"/>
          <a:lstStyle/>
          <a:p>
            <a:r>
              <a:rPr lang="en-US" sz="1200" dirty="0">
                <a:latin typeface="Times New Roman"/>
                <a:cs typeface="Times New Roman"/>
              </a:rPr>
              <a:t>Contact, C. P. A. H. C. a. 2. (2021, June 2). </a:t>
            </a:r>
            <a:endParaRPr lang="en-US">
              <a:latin typeface="Univers Light"/>
              <a:cs typeface="Times New Roman"/>
            </a:endParaRPr>
          </a:p>
          <a:p>
            <a:r>
              <a:rPr lang="en-US" sz="1200" i="1">
                <a:latin typeface="Times New Roman"/>
                <a:cs typeface="Times New Roman"/>
              </a:rPr>
              <a:t> Intelligence Services and Other Legislation</a:t>
            </a:r>
            <a:endParaRPr lang="en-US">
              <a:latin typeface="Univers Light"/>
              <a:cs typeface="Times New Roman"/>
            </a:endParaRPr>
          </a:p>
          <a:p>
            <a:r>
              <a:rPr lang="en-US" sz="1200" i="1" dirty="0">
                <a:latin typeface="Times New Roman"/>
                <a:cs typeface="Times New Roman"/>
              </a:rPr>
              <a:t> Amendment (Cyber Security) Bill 2024</a:t>
            </a:r>
            <a:r>
              <a:rPr lang="en-US" sz="1200" dirty="0">
                <a:latin typeface="Times New Roman"/>
                <a:cs typeface="Times New Roman"/>
              </a:rPr>
              <a:t>. </a:t>
            </a:r>
            <a:r>
              <a:rPr lang="en-US" sz="1200" dirty="0">
                <a:latin typeface="Times New Roman"/>
                <a:cs typeface="Times New Roman"/>
                <a:hlinkClick r:id="rId5"/>
              </a:rPr>
              <a:t>https://www.aph.gov.au/Parliamentary_Business/Bills_Legislation/Bills_Search_Results/Result?bId=r7252</a:t>
            </a:r>
            <a:endParaRPr lang="en-US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1B1B8-7FB6-4FF8-9597-B9C6BFB14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3862" y="6356350"/>
            <a:ext cx="2743200" cy="365125"/>
          </a:xfrm>
        </p:spPr>
        <p:txBody>
          <a:bodyPr/>
          <a:lstStyle/>
          <a:p>
            <a:fld id="{7A9E80BB-C0DF-4F1B-8821-E3FD53412EF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568A75F-EFA6-523B-6192-0A3898B7BD9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66124" y="4521006"/>
            <a:ext cx="1714659" cy="1260984"/>
          </a:xfrm>
          <a:solidFill>
            <a:schemeClr val="accent4"/>
          </a:solidFill>
        </p:spPr>
        <p:txBody>
          <a:bodyPr lIns="91440" tIns="45720" rIns="91440" bIns="45720" anchor="ctr">
            <a:no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3430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55973"/>
      </a:accent1>
      <a:accent2>
        <a:srgbClr val="8189A2"/>
      </a:accent2>
      <a:accent3>
        <a:srgbClr val="BB9569"/>
      </a:accent3>
      <a:accent4>
        <a:srgbClr val="A25526"/>
      </a:accent4>
      <a:accent5>
        <a:srgbClr val="EEECE0"/>
      </a:accent5>
      <a:accent6>
        <a:srgbClr val="592A0E"/>
      </a:accent6>
      <a:hlink>
        <a:srgbClr val="0563C1"/>
      </a:hlink>
      <a:folHlink>
        <a:srgbClr val="954F72"/>
      </a:folHlink>
    </a:clrScheme>
    <a:fontScheme name="Custom 27">
      <a:majorFont>
        <a:latin typeface="Franklin Gothic Demi Cond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rn Presentation_TM16411254_Win32_JC_SL_v3" id="{3D5AF160-3863-440E-BF2F-489603D2F036}" vid="{AB99D891-B5DD-47C4-B91F-1EC88EEE2E1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D408D44-17AD-4F14-A517-C5FAAD277E36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BD06A5-1F6D-4B0B-9373-F77D4E223A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AAB5AD-8E27-4817-BAE4-987576507876}">
  <ds:schemaRefs>
    <ds:schemaRef ds:uri="http://schemas.microsoft.com/office/2006/metadata/properties"/>
    <ds:schemaRef ds:uri="http://www.w3.org/2000/xmlns/"/>
    <ds:schemaRef ds:uri="71af3243-3dd4-4a8d-8c0d-dd76da1f02a5"/>
    <ds:schemaRef ds:uri="http://schemas.microsoft.com/sharepoint/v3"/>
    <ds:schemaRef ds:uri="http://www.w3.org/2001/XMLSchema-instance"/>
    <ds:schemaRef ds:uri="http://schemas.microsoft.com/office/infopath/2007/PartnerControls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462</Words>
  <Application>Microsoft Office PowerPoint</Application>
  <PresentationFormat>Widescreen</PresentationFormat>
  <Paragraphs>145</Paragraphs>
  <Slides>10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Australian Cyber Security Legislative package 2024</vt:lpstr>
      <vt:lpstr>Table of contents</vt:lpstr>
      <vt:lpstr>About the package</vt:lpstr>
      <vt:lpstr>Timeline</vt:lpstr>
      <vt:lpstr>What the package Entails</vt:lpstr>
      <vt:lpstr>What the package Entails</vt:lpstr>
      <vt:lpstr>What the package Entails</vt:lpstr>
      <vt:lpstr>What are the effects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Australian Cyber Security Legislative package 2024</dc:title>
  <dc:creator/>
  <cp:lastModifiedBy/>
  <cp:revision>460</cp:revision>
  <dcterms:created xsi:type="dcterms:W3CDTF">2024-11-26T19:44:13Z</dcterms:created>
  <dcterms:modified xsi:type="dcterms:W3CDTF">2024-11-27T05:57:13Z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